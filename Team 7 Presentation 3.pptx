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3" r:id="rId5"/>
    <p:sldMasterId id="2147483714" r:id="rId6"/>
    <p:sldMasterId id="214748371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y="5143500" cx="9144000"/>
  <p:notesSz cx="6858000" cy="9144000"/>
  <p:embeddedFontLst>
    <p:embeddedFont>
      <p:font typeface="Roboto"/>
      <p:regular r:id="rId28"/>
      <p:bold r:id="rId29"/>
      <p:italic r:id="rId30"/>
      <p:boldItalic r:id="rId31"/>
    </p:embeddedFont>
    <p:embeddedFont>
      <p:font typeface="Kumbh Sans"/>
      <p:regular r:id="rId32"/>
      <p:bold r:id="rId33"/>
    </p:embeddedFont>
    <p:embeddedFont>
      <p:font typeface="Albert Sans"/>
      <p:regular r:id="rId34"/>
      <p:bold r:id="rId35"/>
      <p:italic r:id="rId36"/>
      <p:boldItalic r:id="rId37"/>
    </p:embeddedFont>
    <p:embeddedFont>
      <p:font typeface="Kumbh Sans SemiBold"/>
      <p:regular r:id="rId38"/>
      <p:bold r:id="rId39"/>
    </p:embeddedFont>
    <p:embeddedFont>
      <p:font typeface="Kumbh Sans Medium"/>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31B049-1C40-4419-A887-1F93DCC3986B}">
  <a:tblStyle styleId="{5531B049-1C40-4419-A887-1F93DCC3986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KumbhSansMedium-regular.fntdata"/><Relationship Id="rId20" Type="http://schemas.openxmlformats.org/officeDocument/2006/relationships/slide" Target="slides/slide12.xml"/><Relationship Id="rId41" Type="http://schemas.openxmlformats.org/officeDocument/2006/relationships/font" Target="fonts/KumbhSansMedium-bold.fntdata"/><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font" Target="fonts/Roboto-regular.fntdata"/><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bold.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3.xml"/><Relationship Id="rId33" Type="http://schemas.openxmlformats.org/officeDocument/2006/relationships/font" Target="fonts/KumbhSans-bold.fntdata"/><Relationship Id="rId10" Type="http://schemas.openxmlformats.org/officeDocument/2006/relationships/slide" Target="slides/slide2.xml"/><Relationship Id="rId32" Type="http://schemas.openxmlformats.org/officeDocument/2006/relationships/font" Target="fonts/KumbhSans-regular.fntdata"/><Relationship Id="rId13" Type="http://schemas.openxmlformats.org/officeDocument/2006/relationships/slide" Target="slides/slide5.xml"/><Relationship Id="rId35" Type="http://schemas.openxmlformats.org/officeDocument/2006/relationships/font" Target="fonts/AlbertSans-bold.fntdata"/><Relationship Id="rId12" Type="http://schemas.openxmlformats.org/officeDocument/2006/relationships/slide" Target="slides/slide4.xml"/><Relationship Id="rId34" Type="http://schemas.openxmlformats.org/officeDocument/2006/relationships/font" Target="fonts/AlbertSans-regular.fntdata"/><Relationship Id="rId15" Type="http://schemas.openxmlformats.org/officeDocument/2006/relationships/slide" Target="slides/slide7.xml"/><Relationship Id="rId37" Type="http://schemas.openxmlformats.org/officeDocument/2006/relationships/font" Target="fonts/AlbertSans-boldItalic.fntdata"/><Relationship Id="rId14" Type="http://schemas.openxmlformats.org/officeDocument/2006/relationships/slide" Target="slides/slide6.xml"/><Relationship Id="rId36" Type="http://schemas.openxmlformats.org/officeDocument/2006/relationships/font" Target="fonts/AlbertSans-italic.fntdata"/><Relationship Id="rId17" Type="http://schemas.openxmlformats.org/officeDocument/2006/relationships/slide" Target="slides/slide9.xml"/><Relationship Id="rId39" Type="http://schemas.openxmlformats.org/officeDocument/2006/relationships/font" Target="fonts/KumbhSansSemiBold-bold.fntdata"/><Relationship Id="rId16" Type="http://schemas.openxmlformats.org/officeDocument/2006/relationships/slide" Target="slides/slide8.xml"/><Relationship Id="rId38" Type="http://schemas.openxmlformats.org/officeDocument/2006/relationships/font" Target="fonts/KumbhSansSemiBold-regular.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3702803db5_1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3702803db5_1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Vihaan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43197c3e0a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43197c3e0a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Vihaan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4596febd72_2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4596febd72_2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Vihaan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3702803db5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3702803db5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Tejas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50eece5f6d_1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50eece5f6d_1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Tejas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3702803db5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3702803db5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Zoe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43c2d1f82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43c2d1f82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Zoe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50eece5f6d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50eece5f6d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3702803db5_1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3702803db5_1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0"/>
              </a:spcAft>
              <a:buNone/>
            </a:pPr>
            <a:r>
              <a:rPr lang="en" sz="1200">
                <a:solidFill>
                  <a:srgbClr val="073763"/>
                </a:solidFill>
                <a:latin typeface="Albert Sans"/>
                <a:ea typeface="Albert Sans"/>
                <a:cs typeface="Albert Sans"/>
                <a:sym typeface="Albert Sans"/>
              </a:rPr>
              <a:t>Brian; Much more cleaner UI. The things that need to be refined are the drop down menu and maybe adding some admin tools such as viewing the data that is processed in live time. The current implementation hasn’t been linked to our backend as of yet.</a:t>
            </a:r>
            <a:endParaRPr sz="1200">
              <a:solidFill>
                <a:srgbClr val="073763"/>
              </a:solidFill>
              <a:latin typeface="Albert Sans"/>
              <a:ea typeface="Albert Sans"/>
              <a:cs typeface="Albert Sans"/>
              <a:sym typeface="Albert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510271af4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510271af4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50eece5f6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350eece5f6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0"/>
              </a:spcAft>
              <a:buNone/>
            </a:pPr>
            <a:r>
              <a:rPr lang="en" sz="1200">
                <a:solidFill>
                  <a:srgbClr val="073763"/>
                </a:solidFill>
                <a:latin typeface="Albert Sans"/>
                <a:ea typeface="Albert Sans"/>
                <a:cs typeface="Albert Sans"/>
                <a:sym typeface="Albert Sans"/>
              </a:rPr>
              <a:t>Brian:</a:t>
            </a:r>
            <a:br>
              <a:rPr lang="en" sz="1200">
                <a:solidFill>
                  <a:srgbClr val="073763"/>
                </a:solidFill>
                <a:latin typeface="Albert Sans"/>
                <a:ea typeface="Albert Sans"/>
                <a:cs typeface="Albert Sans"/>
                <a:sym typeface="Albert Sans"/>
              </a:rPr>
            </a:br>
            <a:r>
              <a:rPr lang="en" sz="1200">
                <a:solidFill>
                  <a:srgbClr val="073763"/>
                </a:solidFill>
                <a:latin typeface="Albert Sans"/>
                <a:ea typeface="Albert Sans"/>
                <a:cs typeface="Albert Sans"/>
                <a:sym typeface="Albert Sans"/>
              </a:rPr>
              <a:t>This code runs inside a useEffect hook and sets up Google Places Autocomplete when the user picks 'manual' as their starting location. It attaches autocomplete to a specific input field, only showing street addresses — no businesses or landmarks — and restricts results to the U.S. Plus, it focuses the autocomplete suggestions within a small, defined geographic area by setting a bounding box using latitude and longitude. This makes autocomplete faster, more accurate, and relevant to where we expect users to search.</a:t>
            </a:r>
            <a:br>
              <a:rPr lang="en" sz="1200">
                <a:solidFill>
                  <a:srgbClr val="073763"/>
                </a:solidFill>
                <a:latin typeface="Albert Sans"/>
                <a:ea typeface="Albert Sans"/>
                <a:cs typeface="Albert Sans"/>
                <a:sym typeface="Albert Sans"/>
              </a:rPr>
            </a:br>
            <a:br>
              <a:rPr lang="en" sz="1200">
                <a:solidFill>
                  <a:srgbClr val="073763"/>
                </a:solidFill>
                <a:latin typeface="Albert Sans"/>
                <a:ea typeface="Albert Sans"/>
                <a:cs typeface="Albert Sans"/>
                <a:sym typeface="Albert Sans"/>
              </a:rPr>
            </a:br>
            <a:r>
              <a:rPr lang="en" sz="1200">
                <a:solidFill>
                  <a:srgbClr val="073763"/>
                </a:solidFill>
                <a:latin typeface="Albert Sans"/>
                <a:ea typeface="Albert Sans"/>
                <a:cs typeface="Albert Sans"/>
                <a:sym typeface="Albert Sans"/>
              </a:rPr>
              <a:t>In this next block of code, we create a DirectionsService object from Google Maps to calculate driving routes. For each parking lot, we build a request with the user's starting location as the origin and the parking lot address as the destination. We then asynchronously call route() to get the driving directions for each lot.</a:t>
            </a:r>
            <a:endParaRPr sz="1200">
              <a:solidFill>
                <a:srgbClr val="073763"/>
              </a:solidFill>
              <a:latin typeface="Albert Sans"/>
              <a:ea typeface="Albert Sans"/>
              <a:cs typeface="Albert Sans"/>
              <a:sym typeface="Albert Sans"/>
            </a:endParaRPr>
          </a:p>
          <a:p>
            <a:pPr indent="0" lvl="0" marL="457200" rtl="0" algn="l">
              <a:lnSpc>
                <a:spcPct val="200000"/>
              </a:lnSpc>
              <a:spcBef>
                <a:spcPts val="0"/>
              </a:spcBef>
              <a:spcAft>
                <a:spcPts val="0"/>
              </a:spcAft>
              <a:buNone/>
            </a:pPr>
            <a:r>
              <a:t/>
            </a:r>
            <a:endParaRPr sz="1200">
              <a:solidFill>
                <a:srgbClr val="073763"/>
              </a:solidFill>
              <a:latin typeface="Albert Sans"/>
              <a:ea typeface="Albert Sans"/>
              <a:cs typeface="Albert Sans"/>
              <a:sym typeface="Albert Sans"/>
            </a:endParaRPr>
          </a:p>
          <a:p>
            <a:pPr indent="0" lvl="0" marL="457200" rtl="0" algn="l">
              <a:lnSpc>
                <a:spcPct val="200000"/>
              </a:lnSpc>
              <a:spcBef>
                <a:spcPts val="0"/>
              </a:spcBef>
              <a:spcAft>
                <a:spcPts val="0"/>
              </a:spcAft>
              <a:buNone/>
            </a:pPr>
            <a:r>
              <a:rPr lang="en" sz="1200">
                <a:solidFill>
                  <a:srgbClr val="073763"/>
                </a:solidFill>
                <a:latin typeface="Albert Sans"/>
                <a:ea typeface="Albert Sans"/>
                <a:cs typeface="Albert Sans"/>
                <a:sym typeface="Albert Sans"/>
              </a:rPr>
              <a:t>Unfortunately, while google API makes these calls simple and mapping our locations efficient, it is free of use only for a certain amount of time. But it is </a:t>
            </a:r>
            <a:r>
              <a:rPr lang="en" sz="1200">
                <a:solidFill>
                  <a:srgbClr val="073763"/>
                </a:solidFill>
                <a:latin typeface="Albert Sans"/>
                <a:ea typeface="Albert Sans"/>
                <a:cs typeface="Albert Sans"/>
                <a:sym typeface="Albert Sans"/>
              </a:rPr>
              <a:t>plenty</a:t>
            </a:r>
            <a:r>
              <a:rPr lang="en" sz="1200">
                <a:solidFill>
                  <a:srgbClr val="073763"/>
                </a:solidFill>
                <a:latin typeface="Albert Sans"/>
                <a:ea typeface="Albert Sans"/>
                <a:cs typeface="Albert Sans"/>
                <a:sym typeface="Albert Sans"/>
              </a:rPr>
              <a:t> of time to test functionality and practical uses.</a:t>
            </a:r>
            <a:endParaRPr sz="1200">
              <a:solidFill>
                <a:srgbClr val="073763"/>
              </a:solidFill>
              <a:latin typeface="Albert Sans"/>
              <a:ea typeface="Albert Sans"/>
              <a:cs typeface="Albert Sans"/>
              <a:sym typeface="Albert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50eece5f6d_1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50eece5f6d_1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0"/>
              </a:spcAft>
              <a:buNone/>
            </a:pPr>
            <a:r>
              <a:rPr lang="en" sz="1200">
                <a:solidFill>
                  <a:srgbClr val="073763"/>
                </a:solidFill>
                <a:latin typeface="Albert Sans"/>
                <a:ea typeface="Albert Sans"/>
                <a:cs typeface="Albert Sans"/>
                <a:sym typeface="Albert Sans"/>
              </a:rPr>
              <a:t>Brian</a:t>
            </a:r>
            <a:endParaRPr sz="1200">
              <a:solidFill>
                <a:srgbClr val="073763"/>
              </a:solidFill>
              <a:latin typeface="Albert Sans"/>
              <a:ea typeface="Albert Sans"/>
              <a:cs typeface="Albert Sans"/>
              <a:sym typeface="Albert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50eece5f6d_1_10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350eece5f6d_1_10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Tejas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3702803db5_1_2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33702803db5_1_2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Atul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g336f4a3ef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9" name="Google Shape;1189;g336f4a3ef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Atul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510271af45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3510271af45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Atul</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g33702803db5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1" name="Google Shape;1311;g33702803db5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Atul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2cdabe3ca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32cdabe3ca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Atul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5096f222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35096f222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Tejas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6" name="Google Shape;56;p14"/>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 name="Google Shape;60;p15"/>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1" name="Google Shape;61;p15"/>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65" name="Google Shape;65;p16"/>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7"/>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 name="Google Shape;69;p17"/>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0" name="Google Shape;70;p17"/>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71" name="Google Shape;71;p17"/>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8"/>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5" name="Google Shape;75;p18"/>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76" name="Google Shape;76;p18"/>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1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9"/>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0" name="Google Shape;80;p19"/>
          <p:cNvSpPr txBox="1"/>
          <p:nvPr>
            <p:ph idx="1" type="subTitle"/>
          </p:nvPr>
        </p:nvSpPr>
        <p:spPr>
          <a:xfrm rot="-269">
            <a:off x="1136650" y="1174634"/>
            <a:ext cx="38310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sz="1500"/>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1" name="Shape 81"/>
        <p:cNvGrpSpPr/>
        <p:nvPr/>
      </p:nvGrpSpPr>
      <p:grpSpPr>
        <a:xfrm>
          <a:off x="0" y="0"/>
          <a:ext cx="0" cy="0"/>
          <a:chOff x="0" y="0"/>
          <a:chExt cx="0" cy="0"/>
        </a:xfrm>
      </p:grpSpPr>
      <p:sp>
        <p:nvSpPr>
          <p:cNvPr id="82" name="Google Shape;82;p2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0"/>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1"/>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 name="Google Shape;87;p21"/>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2"/>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 name="Shape 90"/>
        <p:cNvGrpSpPr/>
        <p:nvPr/>
      </p:nvGrpSpPr>
      <p:grpSpPr>
        <a:xfrm>
          <a:off x="0" y="0"/>
          <a:ext cx="0" cy="0"/>
          <a:chOff x="0" y="0"/>
          <a:chExt cx="0" cy="0"/>
        </a:xfrm>
      </p:grpSpPr>
      <p:sp>
        <p:nvSpPr>
          <p:cNvPr id="91" name="Google Shape;91;p2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3"/>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3" name="Google Shape;93;p23"/>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4" name="Google Shape;94;p23"/>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95" name="Google Shape;95;p23"/>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96" name="Google Shape;96;p23"/>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7" name="Shape 9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8" name="Shape 98"/>
        <p:cNvGrpSpPr/>
        <p:nvPr/>
      </p:nvGrpSpPr>
      <p:grpSpPr>
        <a:xfrm>
          <a:off x="0" y="0"/>
          <a:ext cx="0" cy="0"/>
          <a:chOff x="0" y="0"/>
          <a:chExt cx="0" cy="0"/>
        </a:xfrm>
      </p:grpSpPr>
      <p:sp>
        <p:nvSpPr>
          <p:cNvPr id="99" name="Google Shape;99;p2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5"/>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1" name="Google Shape;101;p25"/>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2" name="Google Shape;102;p25"/>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3" name="Google Shape;103;p25"/>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4" name="Google Shape;104;p25"/>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5" name="Google Shape;105;p25"/>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6" name="Google Shape;106;p25"/>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7" name="Google Shape;107;p25"/>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8" name="Google Shape;108;p25"/>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9" name="Google Shape;109;p25"/>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0" name="Google Shape;110;p25"/>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11" name="Google Shape;111;p25"/>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2" name="Google Shape;112;p25"/>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3" name="Google Shape;113;p25"/>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114" name="Google Shape;114;p25"/>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15" name="Shape 115"/>
        <p:cNvGrpSpPr/>
        <p:nvPr/>
      </p:nvGrpSpPr>
      <p:grpSpPr>
        <a:xfrm>
          <a:off x="0" y="0"/>
          <a:ext cx="0" cy="0"/>
          <a:chOff x="0" y="0"/>
          <a:chExt cx="0" cy="0"/>
        </a:xfrm>
      </p:grpSpPr>
      <p:sp>
        <p:nvSpPr>
          <p:cNvPr id="116" name="Google Shape;116;p2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6"/>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8" name="Google Shape;118;p26"/>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119" name="Shape 119"/>
        <p:cNvGrpSpPr/>
        <p:nvPr/>
      </p:nvGrpSpPr>
      <p:grpSpPr>
        <a:xfrm>
          <a:off x="0" y="0"/>
          <a:ext cx="0" cy="0"/>
          <a:chOff x="0" y="0"/>
          <a:chExt cx="0" cy="0"/>
        </a:xfrm>
      </p:grpSpPr>
      <p:sp>
        <p:nvSpPr>
          <p:cNvPr id="120" name="Google Shape;120;p2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7"/>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 name="Google Shape;122;p27"/>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123" name="Shape 123"/>
        <p:cNvGrpSpPr/>
        <p:nvPr/>
      </p:nvGrpSpPr>
      <p:grpSpPr>
        <a:xfrm>
          <a:off x="0" y="0"/>
          <a:ext cx="0" cy="0"/>
          <a:chOff x="0" y="0"/>
          <a:chExt cx="0" cy="0"/>
        </a:xfrm>
      </p:grpSpPr>
      <p:sp>
        <p:nvSpPr>
          <p:cNvPr id="124" name="Google Shape;124;p2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8"/>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6" name="Google Shape;126;p2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127" name="Shape 127"/>
        <p:cNvGrpSpPr/>
        <p:nvPr/>
      </p:nvGrpSpPr>
      <p:grpSpPr>
        <a:xfrm>
          <a:off x="0" y="0"/>
          <a:ext cx="0" cy="0"/>
          <a:chOff x="0" y="0"/>
          <a:chExt cx="0" cy="0"/>
        </a:xfrm>
      </p:grpSpPr>
      <p:sp>
        <p:nvSpPr>
          <p:cNvPr id="128" name="Google Shape;128;p2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9"/>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 name="Google Shape;130;p29"/>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131" name="Google Shape;131;p29"/>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132" name="Google Shape;132;p29"/>
          <p:cNvGrpSpPr/>
          <p:nvPr/>
        </p:nvGrpSpPr>
        <p:grpSpPr>
          <a:xfrm>
            <a:off x="6568025" y="155325"/>
            <a:ext cx="2580675" cy="1370825"/>
            <a:chOff x="6568025" y="155325"/>
            <a:chExt cx="2580675" cy="1370825"/>
          </a:xfrm>
        </p:grpSpPr>
        <p:sp>
          <p:nvSpPr>
            <p:cNvPr id="133" name="Google Shape;133;p29"/>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134" name="Google Shape;134;p29"/>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35" name="Shape 135"/>
        <p:cNvGrpSpPr/>
        <p:nvPr/>
      </p:nvGrpSpPr>
      <p:grpSpPr>
        <a:xfrm>
          <a:off x="0" y="0"/>
          <a:ext cx="0" cy="0"/>
          <a:chOff x="0" y="0"/>
          <a:chExt cx="0" cy="0"/>
        </a:xfrm>
      </p:grpSpPr>
      <p:sp>
        <p:nvSpPr>
          <p:cNvPr id="136" name="Google Shape;136;p3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38" name="Google Shape;138;p30"/>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139" name="Google Shape;139;p30"/>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40" name="Shape 140"/>
        <p:cNvGrpSpPr/>
        <p:nvPr/>
      </p:nvGrpSpPr>
      <p:grpSpPr>
        <a:xfrm>
          <a:off x="0" y="0"/>
          <a:ext cx="0" cy="0"/>
          <a:chOff x="0" y="0"/>
          <a:chExt cx="0" cy="0"/>
        </a:xfrm>
      </p:grpSpPr>
      <p:sp>
        <p:nvSpPr>
          <p:cNvPr id="141" name="Google Shape;141;p3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43" name="Google Shape;143;p31"/>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44" name="Google Shape;144;p31"/>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5" name="Google Shape;145;p31"/>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46" name="Google Shape;146;p31"/>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7" name="Google Shape;147;p31"/>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48" name="Google Shape;148;p31"/>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49" name="Shape 149"/>
        <p:cNvGrpSpPr/>
        <p:nvPr/>
      </p:nvGrpSpPr>
      <p:grpSpPr>
        <a:xfrm>
          <a:off x="0" y="0"/>
          <a:ext cx="0" cy="0"/>
          <a:chOff x="0" y="0"/>
          <a:chExt cx="0" cy="0"/>
        </a:xfrm>
      </p:grpSpPr>
      <p:sp>
        <p:nvSpPr>
          <p:cNvPr id="150" name="Google Shape;150;p3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2"/>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52" name="Google Shape;152;p32"/>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3" name="Google Shape;153;p32"/>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4" name="Google Shape;154;p32"/>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5" name="Google Shape;155;p32"/>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6" name="Google Shape;156;p32"/>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7" name="Google Shape;157;p32"/>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8" name="Google Shape;158;p32"/>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9" name="Google Shape;159;p32"/>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160" name="Shape 160"/>
        <p:cNvGrpSpPr/>
        <p:nvPr/>
      </p:nvGrpSpPr>
      <p:grpSpPr>
        <a:xfrm>
          <a:off x="0" y="0"/>
          <a:ext cx="0" cy="0"/>
          <a:chOff x="0" y="0"/>
          <a:chExt cx="0" cy="0"/>
        </a:xfrm>
      </p:grpSpPr>
      <p:sp>
        <p:nvSpPr>
          <p:cNvPr id="161" name="Google Shape;161;p3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3"/>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63" name="Google Shape;163;p33"/>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64" name="Google Shape;164;p33"/>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5" name="Google Shape;165;p33"/>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66" name="Google Shape;166;p33"/>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7" name="Google Shape;167;p33"/>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68" name="Google Shape;168;p33"/>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9" name="Google Shape;169;p33"/>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70" name="Google Shape;170;p33"/>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171" name="Google Shape;171;p33"/>
          <p:cNvGrpSpPr/>
          <p:nvPr/>
        </p:nvGrpSpPr>
        <p:grpSpPr>
          <a:xfrm>
            <a:off x="8119205" y="2407898"/>
            <a:ext cx="77054" cy="57706"/>
            <a:chOff x="2238900" y="3015075"/>
            <a:chExt cx="34350" cy="25725"/>
          </a:xfrm>
        </p:grpSpPr>
        <p:sp>
          <p:nvSpPr>
            <p:cNvPr id="172" name="Google Shape;172;p33"/>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3"/>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3"/>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175" name="Shape 175"/>
        <p:cNvGrpSpPr/>
        <p:nvPr/>
      </p:nvGrpSpPr>
      <p:grpSpPr>
        <a:xfrm>
          <a:off x="0" y="0"/>
          <a:ext cx="0" cy="0"/>
          <a:chOff x="0" y="0"/>
          <a:chExt cx="0" cy="0"/>
        </a:xfrm>
      </p:grpSpPr>
      <p:sp>
        <p:nvSpPr>
          <p:cNvPr id="176" name="Google Shape;176;p3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4"/>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78" name="Google Shape;178;p34"/>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79" name="Google Shape;179;p34"/>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80" name="Google Shape;180;p34"/>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1" name="Google Shape;181;p34"/>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82" name="Google Shape;182;p34"/>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3" name="Google Shape;183;p34"/>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84" name="Google Shape;184;p34"/>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5" name="Google Shape;185;p34"/>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86" name="Shape 186"/>
        <p:cNvGrpSpPr/>
        <p:nvPr/>
      </p:nvGrpSpPr>
      <p:grpSpPr>
        <a:xfrm>
          <a:off x="0" y="0"/>
          <a:ext cx="0" cy="0"/>
          <a:chOff x="0" y="0"/>
          <a:chExt cx="0" cy="0"/>
        </a:xfrm>
      </p:grpSpPr>
      <p:sp>
        <p:nvSpPr>
          <p:cNvPr id="187" name="Google Shape;187;p3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5"/>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89" name="Google Shape;189;p35"/>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0" name="Google Shape;190;p35"/>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1" name="Google Shape;191;p35"/>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2" name="Google Shape;192;p35"/>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3" name="Google Shape;193;p35"/>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4" name="Google Shape;194;p35"/>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5" name="Google Shape;195;p35"/>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6" name="Google Shape;196;p35"/>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7" name="Google Shape;197;p35"/>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8" name="Google Shape;198;p35"/>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 name="Google Shape;199;p35"/>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00" name="Google Shape;200;p35"/>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01" name="Shape 201"/>
        <p:cNvGrpSpPr/>
        <p:nvPr/>
      </p:nvGrpSpPr>
      <p:grpSpPr>
        <a:xfrm>
          <a:off x="0" y="0"/>
          <a:ext cx="0" cy="0"/>
          <a:chOff x="0" y="0"/>
          <a:chExt cx="0" cy="0"/>
        </a:xfrm>
      </p:grpSpPr>
      <p:sp>
        <p:nvSpPr>
          <p:cNvPr id="202" name="Google Shape;202;p3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4" name="Google Shape;204;p36"/>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5" name="Google Shape;205;p36"/>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6" name="Google Shape;206;p36"/>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7" name="Google Shape;207;p36"/>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8" name="Google Shape;208;p36"/>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 name="Google Shape;209;p36"/>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210" name="Shape 210"/>
        <p:cNvGrpSpPr/>
        <p:nvPr/>
      </p:nvGrpSpPr>
      <p:grpSpPr>
        <a:xfrm>
          <a:off x="0" y="0"/>
          <a:ext cx="0" cy="0"/>
          <a:chOff x="0" y="0"/>
          <a:chExt cx="0" cy="0"/>
        </a:xfrm>
      </p:grpSpPr>
      <p:sp>
        <p:nvSpPr>
          <p:cNvPr id="211" name="Google Shape;211;p3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7"/>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3" name="Google Shape;213;p37"/>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14" name="Google Shape;214;p37"/>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15" name="Google Shape;215;p37"/>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6" name="Google Shape;216;p37"/>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17" name="Google Shape;217;p37"/>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18" name="Google Shape;218;p37"/>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9" name="Google Shape;219;p37"/>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20" name="Google Shape;220;p37"/>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21" name="Google Shape;221;p37"/>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22" name="Shape 222"/>
        <p:cNvGrpSpPr/>
        <p:nvPr/>
      </p:nvGrpSpPr>
      <p:grpSpPr>
        <a:xfrm>
          <a:off x="0" y="0"/>
          <a:ext cx="0" cy="0"/>
          <a:chOff x="0" y="0"/>
          <a:chExt cx="0" cy="0"/>
        </a:xfrm>
      </p:grpSpPr>
      <p:sp>
        <p:nvSpPr>
          <p:cNvPr id="223" name="Google Shape;223;p3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8"/>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5" name="Google Shape;225;p38"/>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226" name="Google Shape;226;p38"/>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7" name="Google Shape;227;p38"/>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28" name="Shape 228"/>
        <p:cNvGrpSpPr/>
        <p:nvPr/>
      </p:nvGrpSpPr>
      <p:grpSpPr>
        <a:xfrm>
          <a:off x="0" y="0"/>
          <a:ext cx="0" cy="0"/>
          <a:chOff x="0" y="0"/>
          <a:chExt cx="0" cy="0"/>
        </a:xfrm>
      </p:grpSpPr>
      <p:sp>
        <p:nvSpPr>
          <p:cNvPr id="229" name="Google Shape;229;p3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9"/>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231" name="Google Shape;231;p39"/>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232" name="Google Shape;232;p39"/>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233" name="Shape 233"/>
        <p:cNvGrpSpPr/>
        <p:nvPr/>
      </p:nvGrpSpPr>
      <p:grpSpPr>
        <a:xfrm>
          <a:off x="0" y="0"/>
          <a:ext cx="0" cy="0"/>
          <a:chOff x="0" y="0"/>
          <a:chExt cx="0" cy="0"/>
        </a:xfrm>
      </p:grpSpPr>
      <p:sp>
        <p:nvSpPr>
          <p:cNvPr id="234" name="Google Shape;234;p4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0"/>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236" name="Google Shape;236;p40"/>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0" name="Shape 240"/>
        <p:cNvGrpSpPr/>
        <p:nvPr/>
      </p:nvGrpSpPr>
      <p:grpSpPr>
        <a:xfrm>
          <a:off x="0" y="0"/>
          <a:ext cx="0" cy="0"/>
          <a:chOff x="0" y="0"/>
          <a:chExt cx="0" cy="0"/>
        </a:xfrm>
      </p:grpSpPr>
      <p:sp>
        <p:nvSpPr>
          <p:cNvPr id="241" name="Google Shape;241;p4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2"/>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43" name="Google Shape;243;p42"/>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4" name="Shape 244"/>
        <p:cNvGrpSpPr/>
        <p:nvPr/>
      </p:nvGrpSpPr>
      <p:grpSpPr>
        <a:xfrm>
          <a:off x="0" y="0"/>
          <a:ext cx="0" cy="0"/>
          <a:chOff x="0" y="0"/>
          <a:chExt cx="0" cy="0"/>
        </a:xfrm>
      </p:grpSpPr>
      <p:sp>
        <p:nvSpPr>
          <p:cNvPr id="245" name="Google Shape;245;p4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3"/>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47" name="Google Shape;247;p43"/>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48" name="Google Shape;248;p43"/>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9" name="Shape 249"/>
        <p:cNvGrpSpPr/>
        <p:nvPr/>
      </p:nvGrpSpPr>
      <p:grpSpPr>
        <a:xfrm>
          <a:off x="0" y="0"/>
          <a:ext cx="0" cy="0"/>
          <a:chOff x="0" y="0"/>
          <a:chExt cx="0" cy="0"/>
        </a:xfrm>
      </p:grpSpPr>
      <p:sp>
        <p:nvSpPr>
          <p:cNvPr id="250" name="Google Shape;250;p4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4"/>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52" name="Google Shape;252;p44"/>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3" name="Shape 253"/>
        <p:cNvGrpSpPr/>
        <p:nvPr/>
      </p:nvGrpSpPr>
      <p:grpSpPr>
        <a:xfrm>
          <a:off x="0" y="0"/>
          <a:ext cx="0" cy="0"/>
          <a:chOff x="0" y="0"/>
          <a:chExt cx="0" cy="0"/>
        </a:xfrm>
      </p:grpSpPr>
      <p:sp>
        <p:nvSpPr>
          <p:cNvPr id="254" name="Google Shape;254;p4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5"/>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6" name="Google Shape;256;p45"/>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7" name="Google Shape;257;p45"/>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258" name="Google Shape;258;p45"/>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9" name="Shape 259"/>
        <p:cNvGrpSpPr/>
        <p:nvPr/>
      </p:nvGrpSpPr>
      <p:grpSpPr>
        <a:xfrm>
          <a:off x="0" y="0"/>
          <a:ext cx="0" cy="0"/>
          <a:chOff x="0" y="0"/>
          <a:chExt cx="0" cy="0"/>
        </a:xfrm>
      </p:grpSpPr>
      <p:sp>
        <p:nvSpPr>
          <p:cNvPr id="260" name="Google Shape;260;p4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6"/>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62" name="Google Shape;262;p46"/>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263" name="Google Shape;263;p46"/>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4" name="Shape 264"/>
        <p:cNvGrpSpPr/>
        <p:nvPr/>
      </p:nvGrpSpPr>
      <p:grpSpPr>
        <a:xfrm>
          <a:off x="0" y="0"/>
          <a:ext cx="0" cy="0"/>
          <a:chOff x="0" y="0"/>
          <a:chExt cx="0" cy="0"/>
        </a:xfrm>
      </p:grpSpPr>
      <p:sp>
        <p:nvSpPr>
          <p:cNvPr id="265" name="Google Shape;265;p4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7"/>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67" name="Google Shape;267;p47"/>
          <p:cNvSpPr txBox="1"/>
          <p:nvPr>
            <p:ph idx="1" type="subTitle"/>
          </p:nvPr>
        </p:nvSpPr>
        <p:spPr>
          <a:xfrm rot="-314">
            <a:off x="1136650" y="1174650"/>
            <a:ext cx="32823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8" name="Shape 268"/>
        <p:cNvGrpSpPr/>
        <p:nvPr/>
      </p:nvGrpSpPr>
      <p:grpSpPr>
        <a:xfrm>
          <a:off x="0" y="0"/>
          <a:ext cx="0" cy="0"/>
          <a:chOff x="0" y="0"/>
          <a:chExt cx="0" cy="0"/>
        </a:xfrm>
      </p:grpSpPr>
      <p:sp>
        <p:nvSpPr>
          <p:cNvPr id="269" name="Google Shape;269;p4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8"/>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1" name="Shape 271"/>
        <p:cNvGrpSpPr/>
        <p:nvPr/>
      </p:nvGrpSpPr>
      <p:grpSpPr>
        <a:xfrm>
          <a:off x="0" y="0"/>
          <a:ext cx="0" cy="0"/>
          <a:chOff x="0" y="0"/>
          <a:chExt cx="0" cy="0"/>
        </a:xfrm>
      </p:grpSpPr>
      <p:sp>
        <p:nvSpPr>
          <p:cNvPr id="272" name="Google Shape;272;p4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4" name="Google Shape;274;p49"/>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5" name="Shape 275"/>
        <p:cNvGrpSpPr/>
        <p:nvPr/>
      </p:nvGrpSpPr>
      <p:grpSpPr>
        <a:xfrm>
          <a:off x="0" y="0"/>
          <a:ext cx="0" cy="0"/>
          <a:chOff x="0" y="0"/>
          <a:chExt cx="0" cy="0"/>
        </a:xfrm>
      </p:grpSpPr>
      <p:sp>
        <p:nvSpPr>
          <p:cNvPr id="276" name="Google Shape;276;p50"/>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7" name="Shape 277"/>
        <p:cNvGrpSpPr/>
        <p:nvPr/>
      </p:nvGrpSpPr>
      <p:grpSpPr>
        <a:xfrm>
          <a:off x="0" y="0"/>
          <a:ext cx="0" cy="0"/>
          <a:chOff x="0" y="0"/>
          <a:chExt cx="0" cy="0"/>
        </a:xfrm>
      </p:grpSpPr>
      <p:sp>
        <p:nvSpPr>
          <p:cNvPr id="278" name="Google Shape;278;p5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1"/>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0" name="Google Shape;280;p51"/>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81" name="Google Shape;281;p51"/>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282" name="Google Shape;282;p51"/>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283" name="Google Shape;283;p51"/>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84" name="Shape 284"/>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85" name="Shape 285"/>
        <p:cNvGrpSpPr/>
        <p:nvPr/>
      </p:nvGrpSpPr>
      <p:grpSpPr>
        <a:xfrm>
          <a:off x="0" y="0"/>
          <a:ext cx="0" cy="0"/>
          <a:chOff x="0" y="0"/>
          <a:chExt cx="0" cy="0"/>
        </a:xfrm>
      </p:grpSpPr>
      <p:sp>
        <p:nvSpPr>
          <p:cNvPr id="286" name="Google Shape;286;p5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3"/>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88" name="Google Shape;288;p53"/>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89" name="Google Shape;289;p53"/>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0" name="Google Shape;290;p53"/>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91" name="Google Shape;291;p53"/>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92" name="Google Shape;292;p53"/>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93" name="Google Shape;293;p53"/>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4" name="Google Shape;294;p53"/>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95" name="Google Shape;295;p53"/>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96" name="Google Shape;296;p53"/>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7" name="Google Shape;297;p53"/>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98" name="Google Shape;298;p53"/>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99" name="Google Shape;299;p53"/>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0" name="Google Shape;300;p53"/>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301" name="Google Shape;301;p53"/>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02" name="Shape 302"/>
        <p:cNvGrpSpPr/>
        <p:nvPr/>
      </p:nvGrpSpPr>
      <p:grpSpPr>
        <a:xfrm>
          <a:off x="0" y="0"/>
          <a:ext cx="0" cy="0"/>
          <a:chOff x="0" y="0"/>
          <a:chExt cx="0" cy="0"/>
        </a:xfrm>
      </p:grpSpPr>
      <p:sp>
        <p:nvSpPr>
          <p:cNvPr id="303" name="Google Shape;303;p5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4"/>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5" name="Google Shape;305;p54"/>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306" name="Shape 306"/>
        <p:cNvGrpSpPr/>
        <p:nvPr/>
      </p:nvGrpSpPr>
      <p:grpSpPr>
        <a:xfrm>
          <a:off x="0" y="0"/>
          <a:ext cx="0" cy="0"/>
          <a:chOff x="0" y="0"/>
          <a:chExt cx="0" cy="0"/>
        </a:xfrm>
      </p:grpSpPr>
      <p:sp>
        <p:nvSpPr>
          <p:cNvPr id="307" name="Google Shape;307;p5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5"/>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9" name="Google Shape;309;p55"/>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310" name="Shape 310"/>
        <p:cNvGrpSpPr/>
        <p:nvPr/>
      </p:nvGrpSpPr>
      <p:grpSpPr>
        <a:xfrm>
          <a:off x="0" y="0"/>
          <a:ext cx="0" cy="0"/>
          <a:chOff x="0" y="0"/>
          <a:chExt cx="0" cy="0"/>
        </a:xfrm>
      </p:grpSpPr>
      <p:sp>
        <p:nvSpPr>
          <p:cNvPr id="311" name="Google Shape;311;p5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6"/>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3" name="Google Shape;313;p5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314" name="Shape 314"/>
        <p:cNvGrpSpPr/>
        <p:nvPr/>
      </p:nvGrpSpPr>
      <p:grpSpPr>
        <a:xfrm>
          <a:off x="0" y="0"/>
          <a:ext cx="0" cy="0"/>
          <a:chOff x="0" y="0"/>
          <a:chExt cx="0" cy="0"/>
        </a:xfrm>
      </p:grpSpPr>
      <p:sp>
        <p:nvSpPr>
          <p:cNvPr id="315" name="Google Shape;315;p5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7"/>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7" name="Google Shape;317;p57"/>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318" name="Google Shape;318;p57"/>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319" name="Google Shape;319;p57"/>
          <p:cNvGrpSpPr/>
          <p:nvPr/>
        </p:nvGrpSpPr>
        <p:grpSpPr>
          <a:xfrm>
            <a:off x="6568025" y="155325"/>
            <a:ext cx="2580675" cy="1370825"/>
            <a:chOff x="6568025" y="155325"/>
            <a:chExt cx="2580675" cy="1370825"/>
          </a:xfrm>
        </p:grpSpPr>
        <p:sp>
          <p:nvSpPr>
            <p:cNvPr id="320" name="Google Shape;320;p57"/>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321" name="Google Shape;321;p57"/>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322" name="Shape 322"/>
        <p:cNvGrpSpPr/>
        <p:nvPr/>
      </p:nvGrpSpPr>
      <p:grpSpPr>
        <a:xfrm>
          <a:off x="0" y="0"/>
          <a:ext cx="0" cy="0"/>
          <a:chOff x="0" y="0"/>
          <a:chExt cx="0" cy="0"/>
        </a:xfrm>
      </p:grpSpPr>
      <p:sp>
        <p:nvSpPr>
          <p:cNvPr id="323" name="Google Shape;323;p5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25" name="Google Shape;325;p58"/>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326" name="Google Shape;326;p58"/>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27" name="Shape 327"/>
        <p:cNvGrpSpPr/>
        <p:nvPr/>
      </p:nvGrpSpPr>
      <p:grpSpPr>
        <a:xfrm>
          <a:off x="0" y="0"/>
          <a:ext cx="0" cy="0"/>
          <a:chOff x="0" y="0"/>
          <a:chExt cx="0" cy="0"/>
        </a:xfrm>
      </p:grpSpPr>
      <p:sp>
        <p:nvSpPr>
          <p:cNvPr id="328" name="Google Shape;328;p5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9"/>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30" name="Google Shape;330;p59"/>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31" name="Google Shape;331;p59"/>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32" name="Google Shape;332;p59"/>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33" name="Google Shape;333;p59"/>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34" name="Google Shape;334;p59"/>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35" name="Google Shape;335;p59"/>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36" name="Shape 336"/>
        <p:cNvGrpSpPr/>
        <p:nvPr/>
      </p:nvGrpSpPr>
      <p:grpSpPr>
        <a:xfrm>
          <a:off x="0" y="0"/>
          <a:ext cx="0" cy="0"/>
          <a:chOff x="0" y="0"/>
          <a:chExt cx="0" cy="0"/>
        </a:xfrm>
      </p:grpSpPr>
      <p:sp>
        <p:nvSpPr>
          <p:cNvPr id="337" name="Google Shape;337;p6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6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39" name="Google Shape;339;p60"/>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0" name="Google Shape;340;p60"/>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41" name="Google Shape;341;p60"/>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2" name="Google Shape;342;p60"/>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43" name="Google Shape;343;p60"/>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4" name="Google Shape;344;p60"/>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45" name="Google Shape;345;p60"/>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6" name="Google Shape;346;p60"/>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347" name="Shape 347"/>
        <p:cNvGrpSpPr/>
        <p:nvPr/>
      </p:nvGrpSpPr>
      <p:grpSpPr>
        <a:xfrm>
          <a:off x="0" y="0"/>
          <a:ext cx="0" cy="0"/>
          <a:chOff x="0" y="0"/>
          <a:chExt cx="0" cy="0"/>
        </a:xfrm>
      </p:grpSpPr>
      <p:sp>
        <p:nvSpPr>
          <p:cNvPr id="348" name="Google Shape;348;p6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50" name="Google Shape;350;p61"/>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1" name="Google Shape;351;p61"/>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52" name="Google Shape;352;p61"/>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3" name="Google Shape;353;p61"/>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54" name="Google Shape;354;p61"/>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5" name="Google Shape;355;p61"/>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56" name="Google Shape;356;p61"/>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7" name="Google Shape;357;p61"/>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358" name="Google Shape;358;p61"/>
          <p:cNvGrpSpPr/>
          <p:nvPr/>
        </p:nvGrpSpPr>
        <p:grpSpPr>
          <a:xfrm>
            <a:off x="8119205" y="2407898"/>
            <a:ext cx="77054" cy="57706"/>
            <a:chOff x="2238900" y="3015075"/>
            <a:chExt cx="34350" cy="25725"/>
          </a:xfrm>
        </p:grpSpPr>
        <p:sp>
          <p:nvSpPr>
            <p:cNvPr id="359" name="Google Shape;359;p61"/>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1"/>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1"/>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362" name="Shape 362"/>
        <p:cNvGrpSpPr/>
        <p:nvPr/>
      </p:nvGrpSpPr>
      <p:grpSpPr>
        <a:xfrm>
          <a:off x="0" y="0"/>
          <a:ext cx="0" cy="0"/>
          <a:chOff x="0" y="0"/>
          <a:chExt cx="0" cy="0"/>
        </a:xfrm>
      </p:grpSpPr>
      <p:sp>
        <p:nvSpPr>
          <p:cNvPr id="363" name="Google Shape;363;p6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2"/>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65" name="Google Shape;365;p62"/>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66" name="Google Shape;366;p62"/>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67" name="Google Shape;367;p62"/>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68" name="Google Shape;368;p62"/>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69" name="Google Shape;369;p62"/>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0" name="Google Shape;370;p62"/>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71" name="Google Shape;371;p62"/>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2" name="Google Shape;372;p62"/>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73" name="Shape 373"/>
        <p:cNvGrpSpPr/>
        <p:nvPr/>
      </p:nvGrpSpPr>
      <p:grpSpPr>
        <a:xfrm>
          <a:off x="0" y="0"/>
          <a:ext cx="0" cy="0"/>
          <a:chOff x="0" y="0"/>
          <a:chExt cx="0" cy="0"/>
        </a:xfrm>
      </p:grpSpPr>
      <p:sp>
        <p:nvSpPr>
          <p:cNvPr id="374" name="Google Shape;374;p6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63"/>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76" name="Google Shape;376;p63"/>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77" name="Google Shape;377;p63"/>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8" name="Google Shape;378;p63"/>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79" name="Google Shape;379;p63"/>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0" name="Google Shape;380;p63"/>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1" name="Google Shape;381;p63"/>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2" name="Google Shape;382;p63"/>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3" name="Google Shape;383;p63"/>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4" name="Google Shape;384;p63"/>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5" name="Google Shape;385;p63"/>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6" name="Google Shape;386;p63"/>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7" name="Google Shape;387;p63"/>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88" name="Shape 388"/>
        <p:cNvGrpSpPr/>
        <p:nvPr/>
      </p:nvGrpSpPr>
      <p:grpSpPr>
        <a:xfrm>
          <a:off x="0" y="0"/>
          <a:ext cx="0" cy="0"/>
          <a:chOff x="0" y="0"/>
          <a:chExt cx="0" cy="0"/>
        </a:xfrm>
      </p:grpSpPr>
      <p:sp>
        <p:nvSpPr>
          <p:cNvPr id="389" name="Google Shape;389;p6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64"/>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1" name="Google Shape;391;p64"/>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392" name="Google Shape;392;p64"/>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393" name="Google Shape;393;p64"/>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394" name="Google Shape;394;p64"/>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5" name="Google Shape;395;p64"/>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6" name="Google Shape;396;p64"/>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397" name="Shape 397"/>
        <p:cNvGrpSpPr/>
        <p:nvPr/>
      </p:nvGrpSpPr>
      <p:grpSpPr>
        <a:xfrm>
          <a:off x="0" y="0"/>
          <a:ext cx="0" cy="0"/>
          <a:chOff x="0" y="0"/>
          <a:chExt cx="0" cy="0"/>
        </a:xfrm>
      </p:grpSpPr>
      <p:sp>
        <p:nvSpPr>
          <p:cNvPr id="398" name="Google Shape;398;p6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5"/>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00" name="Google Shape;400;p65"/>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01" name="Google Shape;401;p65"/>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2" name="Google Shape;402;p65"/>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03" name="Google Shape;403;p65"/>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04" name="Google Shape;404;p65"/>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5" name="Google Shape;405;p65"/>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06" name="Google Shape;406;p65"/>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07" name="Google Shape;407;p65"/>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8" name="Google Shape;408;p65"/>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09" name="Shape 409"/>
        <p:cNvGrpSpPr/>
        <p:nvPr/>
      </p:nvGrpSpPr>
      <p:grpSpPr>
        <a:xfrm>
          <a:off x="0" y="0"/>
          <a:ext cx="0" cy="0"/>
          <a:chOff x="0" y="0"/>
          <a:chExt cx="0" cy="0"/>
        </a:xfrm>
      </p:grpSpPr>
      <p:sp>
        <p:nvSpPr>
          <p:cNvPr id="410" name="Google Shape;410;p6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66"/>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2" name="Google Shape;412;p66"/>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413" name="Google Shape;413;p66"/>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4" name="Google Shape;414;p66"/>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15" name="Shape 415"/>
        <p:cNvGrpSpPr/>
        <p:nvPr/>
      </p:nvGrpSpPr>
      <p:grpSpPr>
        <a:xfrm>
          <a:off x="0" y="0"/>
          <a:ext cx="0" cy="0"/>
          <a:chOff x="0" y="0"/>
          <a:chExt cx="0" cy="0"/>
        </a:xfrm>
      </p:grpSpPr>
      <p:sp>
        <p:nvSpPr>
          <p:cNvPr id="416" name="Google Shape;416;p6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7"/>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418" name="Google Shape;418;p67"/>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419" name="Google Shape;419;p67"/>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420" name="Shape 420"/>
        <p:cNvGrpSpPr/>
        <p:nvPr/>
      </p:nvGrpSpPr>
      <p:grpSpPr>
        <a:xfrm>
          <a:off x="0" y="0"/>
          <a:ext cx="0" cy="0"/>
          <a:chOff x="0" y="0"/>
          <a:chExt cx="0" cy="0"/>
        </a:xfrm>
      </p:grpSpPr>
      <p:sp>
        <p:nvSpPr>
          <p:cNvPr id="421" name="Google Shape;421;p6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8"/>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423" name="Google Shape;423;p68"/>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theme" Target="../theme/theme4.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4" Type="http://schemas.openxmlformats.org/officeDocument/2006/relationships/slideLayout" Target="../slideLayouts/slideLayout62.xml"/><Relationship Id="rId23" Type="http://schemas.openxmlformats.org/officeDocument/2006/relationships/slideLayout" Target="../slideLayouts/slideLayout61.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26" Type="http://schemas.openxmlformats.org/officeDocument/2006/relationships/slideLayout" Target="../slideLayouts/slideLayout64.xml"/><Relationship Id="rId25" Type="http://schemas.openxmlformats.org/officeDocument/2006/relationships/slideLayout" Target="../slideLayouts/slideLayout63.xml"/><Relationship Id="rId28" Type="http://schemas.openxmlformats.org/officeDocument/2006/relationships/theme" Target="../theme/theme3.xml"/><Relationship Id="rId27" Type="http://schemas.openxmlformats.org/officeDocument/2006/relationships/slideLayout" Target="../slideLayouts/slideLayout65.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52" name="Google Shape;52;p13"/>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237" name="Shape 237"/>
        <p:cNvGrpSpPr/>
        <p:nvPr/>
      </p:nvGrpSpPr>
      <p:grpSpPr>
        <a:xfrm>
          <a:off x="0" y="0"/>
          <a:ext cx="0" cy="0"/>
          <a:chOff x="0" y="0"/>
          <a:chExt cx="0" cy="0"/>
        </a:xfrm>
      </p:grpSpPr>
      <p:sp>
        <p:nvSpPr>
          <p:cNvPr id="238" name="Google Shape;238;p4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239" name="Google Shape;239;p41"/>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vtechworks.lib.vt.edu/items/3ad329e0-be66-4b62-b1d0-29646f88ba1f" TargetMode="External"/><Relationship Id="rId4" Type="http://schemas.openxmlformats.org/officeDocument/2006/relationships/hyperlink" Target="https://vtechworks.lib.vt.edu/items/3ad329e0-be66-4b62-b1d0-29646f88ba1f" TargetMode="External"/><Relationship Id="rId5" Type="http://schemas.openxmlformats.org/officeDocument/2006/relationships/hyperlink" Target="https://vtechworks.lib.vt.edu/items/3ad329e0-be66-4b62-b1d0-29646f88ba1f" TargetMode="External"/><Relationship Id="rId6" Type="http://schemas.openxmlformats.org/officeDocument/2006/relationships/hyperlink" Target="https://vtechworks.lib.vt.edu/items/d313d723-23ad-441d-9662-3bcc8cbed52c" TargetMode="External"/><Relationship Id="rId7" Type="http://schemas.openxmlformats.org/officeDocument/2006/relationships/hyperlink" Target="https://vtechworks.lib.vt.edu/items/d313d723-23ad-441d-9662-3bcc8cbed52c" TargetMode="External"/><Relationship Id="rId8" Type="http://schemas.openxmlformats.org/officeDocument/2006/relationships/hyperlink" Target="https://vtechworks.lib.vt.edu/items/d313d723-23ad-441d-9662-3bcc8cbed52c"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27" name="Shape 427"/>
        <p:cNvGrpSpPr/>
        <p:nvPr/>
      </p:nvGrpSpPr>
      <p:grpSpPr>
        <a:xfrm>
          <a:off x="0" y="0"/>
          <a:ext cx="0" cy="0"/>
          <a:chOff x="0" y="0"/>
          <a:chExt cx="0" cy="0"/>
        </a:xfrm>
      </p:grpSpPr>
      <p:sp>
        <p:nvSpPr>
          <p:cNvPr id="428" name="Google Shape;428;p69"/>
          <p:cNvSpPr/>
          <p:nvPr/>
        </p:nvSpPr>
        <p:spPr>
          <a:xfrm>
            <a:off x="1125025" y="2828300"/>
            <a:ext cx="2231400" cy="629400"/>
          </a:xfrm>
          <a:prstGeom prst="roundRect">
            <a:avLst>
              <a:gd fmla="val 29059" name="adj"/>
            </a:avLst>
          </a:prstGeom>
          <a:solidFill>
            <a:schemeClr val="accent2"/>
          </a:solidFill>
          <a:ln>
            <a:noFill/>
          </a:ln>
          <a:effectLst>
            <a:outerShdw blurRad="57150" rotWithShape="0" algn="bl" dir="5400000" dist="19050">
              <a:srgbClr val="000000">
                <a:alpha val="2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69"/>
          <p:cNvSpPr txBox="1"/>
          <p:nvPr>
            <p:ph idx="1" type="subTitle"/>
          </p:nvPr>
        </p:nvSpPr>
        <p:spPr>
          <a:xfrm rot="-471">
            <a:off x="1146175" y="2828461"/>
            <a:ext cx="2189100" cy="6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solidFill>
                  <a:srgbClr val="F0F8FF"/>
                </a:solidFill>
                <a:latin typeface="Arial"/>
                <a:ea typeface="Arial"/>
                <a:cs typeface="Arial"/>
                <a:sym typeface="Arial"/>
              </a:rPr>
              <a:t>CS4624: Multimedia &amp; Hypertext Capstone</a:t>
            </a:r>
            <a:endParaRPr>
              <a:solidFill>
                <a:srgbClr val="F0F8FF"/>
              </a:solidFill>
              <a:latin typeface="Arial"/>
              <a:ea typeface="Arial"/>
              <a:cs typeface="Arial"/>
              <a:sym typeface="Arial"/>
            </a:endParaRPr>
          </a:p>
          <a:p>
            <a:pPr indent="0" lvl="0" marL="0" rtl="0" algn="ctr">
              <a:spcBef>
                <a:spcPts val="0"/>
              </a:spcBef>
              <a:spcAft>
                <a:spcPts val="0"/>
              </a:spcAft>
              <a:buNone/>
            </a:pPr>
            <a:r>
              <a:t/>
            </a:r>
            <a:endParaRPr/>
          </a:p>
        </p:txBody>
      </p:sp>
      <p:sp>
        <p:nvSpPr>
          <p:cNvPr id="430" name="Google Shape;430;p69"/>
          <p:cNvSpPr txBox="1"/>
          <p:nvPr>
            <p:ph type="ctrTitle"/>
          </p:nvPr>
        </p:nvSpPr>
        <p:spPr>
          <a:xfrm>
            <a:off x="664825" y="101550"/>
            <a:ext cx="6221400" cy="193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4000">
                <a:solidFill>
                  <a:schemeClr val="hlink"/>
                </a:solidFill>
              </a:rPr>
              <a:t>Project 7: Parking Spaces Occupancy Prediction</a:t>
            </a:r>
            <a:endParaRPr sz="4000"/>
          </a:p>
        </p:txBody>
      </p:sp>
      <p:sp>
        <p:nvSpPr>
          <p:cNvPr id="431" name="Google Shape;431;p69"/>
          <p:cNvSpPr/>
          <p:nvPr/>
        </p:nvSpPr>
        <p:spPr>
          <a:xfrm>
            <a:off x="-73175" y="3738750"/>
            <a:ext cx="4042645" cy="969828"/>
          </a:xfrm>
          <a:custGeom>
            <a:rect b="b" l="l" r="r" t="t"/>
            <a:pathLst>
              <a:path extrusionOk="0" h="62499" w="192278">
                <a:moveTo>
                  <a:pt x="0" y="40973"/>
                </a:moveTo>
                <a:cubicBezTo>
                  <a:pt x="13773" y="50612"/>
                  <a:pt x="30583" y="55370"/>
                  <a:pt x="46826" y="59703"/>
                </a:cubicBezTo>
                <a:cubicBezTo>
                  <a:pt x="58897" y="62923"/>
                  <a:pt x="73210" y="64311"/>
                  <a:pt x="84286" y="58532"/>
                </a:cubicBezTo>
                <a:cubicBezTo>
                  <a:pt x="101182" y="49716"/>
                  <a:pt x="103502" y="25564"/>
                  <a:pt x="114430" y="9951"/>
                </a:cubicBezTo>
                <a:cubicBezTo>
                  <a:pt x="116846" y="6499"/>
                  <a:pt x="118921" y="1917"/>
                  <a:pt x="122918" y="585"/>
                </a:cubicBezTo>
                <a:cubicBezTo>
                  <a:pt x="135098" y="-3475"/>
                  <a:pt x="143911" y="15398"/>
                  <a:pt x="153940" y="23413"/>
                </a:cubicBezTo>
                <a:cubicBezTo>
                  <a:pt x="164273" y="31671"/>
                  <a:pt x="179230" y="35829"/>
                  <a:pt x="192278" y="33656"/>
                </a:cubicBezTo>
              </a:path>
            </a:pathLst>
          </a:custGeom>
          <a:noFill/>
          <a:ln cap="flat" cmpd="sng" w="19050">
            <a:solidFill>
              <a:schemeClr val="dk2"/>
            </a:solidFill>
            <a:prstDash val="dash"/>
            <a:round/>
            <a:headEnd len="med" w="med" type="none"/>
            <a:tailEnd len="med" w="med" type="none"/>
          </a:ln>
        </p:spPr>
      </p:sp>
      <p:sp>
        <p:nvSpPr>
          <p:cNvPr id="432" name="Google Shape;432;p69"/>
          <p:cNvSpPr/>
          <p:nvPr/>
        </p:nvSpPr>
        <p:spPr>
          <a:xfrm>
            <a:off x="3969549" y="2976980"/>
            <a:ext cx="4420800" cy="17316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3" name="Google Shape;433;p69"/>
          <p:cNvGrpSpPr/>
          <p:nvPr/>
        </p:nvGrpSpPr>
        <p:grpSpPr>
          <a:xfrm>
            <a:off x="4127428" y="2831428"/>
            <a:ext cx="4105039" cy="1693281"/>
            <a:chOff x="6789025" y="1155863"/>
            <a:chExt cx="961300" cy="396525"/>
          </a:xfrm>
        </p:grpSpPr>
        <p:sp>
          <p:nvSpPr>
            <p:cNvPr id="434" name="Google Shape;434;p69"/>
            <p:cNvSpPr/>
            <p:nvPr/>
          </p:nvSpPr>
          <p:spPr>
            <a:xfrm>
              <a:off x="7125150" y="1357263"/>
              <a:ext cx="246725" cy="117600"/>
            </a:xfrm>
            <a:custGeom>
              <a:rect b="b" l="l" r="r" t="t"/>
              <a:pathLst>
                <a:path extrusionOk="0" h="4704" w="9869">
                  <a:moveTo>
                    <a:pt x="4694" y="0"/>
                  </a:moveTo>
                  <a:cubicBezTo>
                    <a:pt x="3738" y="0"/>
                    <a:pt x="2951" y="734"/>
                    <a:pt x="2831" y="1685"/>
                  </a:cubicBezTo>
                  <a:cubicBezTo>
                    <a:pt x="2816" y="1685"/>
                    <a:pt x="2801" y="1682"/>
                    <a:pt x="2786" y="1682"/>
                  </a:cubicBezTo>
                  <a:cubicBezTo>
                    <a:pt x="1610" y="1682"/>
                    <a:pt x="657" y="2663"/>
                    <a:pt x="657" y="3874"/>
                  </a:cubicBezTo>
                  <a:cubicBezTo>
                    <a:pt x="657" y="3952"/>
                    <a:pt x="661" y="4028"/>
                    <a:pt x="669" y="4103"/>
                  </a:cubicBezTo>
                  <a:cubicBezTo>
                    <a:pt x="356" y="4169"/>
                    <a:pt x="104" y="4400"/>
                    <a:pt x="1" y="4703"/>
                  </a:cubicBezTo>
                  <a:lnTo>
                    <a:pt x="9786" y="4703"/>
                  </a:lnTo>
                  <a:cubicBezTo>
                    <a:pt x="9840" y="4528"/>
                    <a:pt x="9868" y="4341"/>
                    <a:pt x="9868" y="4148"/>
                  </a:cubicBezTo>
                  <a:cubicBezTo>
                    <a:pt x="9868" y="3217"/>
                    <a:pt x="9206" y="2444"/>
                    <a:pt x="8339" y="2298"/>
                  </a:cubicBezTo>
                  <a:cubicBezTo>
                    <a:pt x="8339" y="2289"/>
                    <a:pt x="8340" y="2279"/>
                    <a:pt x="8340" y="2271"/>
                  </a:cubicBezTo>
                  <a:cubicBezTo>
                    <a:pt x="8340" y="1668"/>
                    <a:pt x="7866" y="1178"/>
                    <a:pt x="7280" y="1178"/>
                  </a:cubicBezTo>
                  <a:cubicBezTo>
                    <a:pt x="6985" y="1178"/>
                    <a:pt x="6719" y="1302"/>
                    <a:pt x="6525" y="1501"/>
                  </a:cubicBezTo>
                  <a:cubicBezTo>
                    <a:pt x="6334" y="641"/>
                    <a:pt x="5587" y="0"/>
                    <a:pt x="4694" y="0"/>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69"/>
            <p:cNvSpPr/>
            <p:nvPr/>
          </p:nvSpPr>
          <p:spPr>
            <a:xfrm>
              <a:off x="6964650" y="1320188"/>
              <a:ext cx="324625" cy="154775"/>
            </a:xfrm>
            <a:custGeom>
              <a:rect b="b" l="l" r="r" t="t"/>
              <a:pathLst>
                <a:path extrusionOk="0" h="6191" w="12985">
                  <a:moveTo>
                    <a:pt x="6178" y="1"/>
                  </a:moveTo>
                  <a:cubicBezTo>
                    <a:pt x="4919" y="1"/>
                    <a:pt x="3884" y="966"/>
                    <a:pt x="3726" y="2217"/>
                  </a:cubicBezTo>
                  <a:cubicBezTo>
                    <a:pt x="3705" y="2216"/>
                    <a:pt x="3686" y="2214"/>
                    <a:pt x="3666" y="2214"/>
                  </a:cubicBezTo>
                  <a:cubicBezTo>
                    <a:pt x="2119" y="2214"/>
                    <a:pt x="865" y="3505"/>
                    <a:pt x="865" y="5098"/>
                  </a:cubicBezTo>
                  <a:cubicBezTo>
                    <a:pt x="865" y="5200"/>
                    <a:pt x="871" y="5301"/>
                    <a:pt x="881" y="5400"/>
                  </a:cubicBezTo>
                  <a:cubicBezTo>
                    <a:pt x="470" y="5487"/>
                    <a:pt x="138" y="5791"/>
                    <a:pt x="1" y="6191"/>
                  </a:cubicBezTo>
                  <a:lnTo>
                    <a:pt x="12877" y="6191"/>
                  </a:lnTo>
                  <a:cubicBezTo>
                    <a:pt x="12945" y="5959"/>
                    <a:pt x="12984" y="5714"/>
                    <a:pt x="12984" y="5458"/>
                  </a:cubicBezTo>
                  <a:cubicBezTo>
                    <a:pt x="12985" y="4229"/>
                    <a:pt x="12114" y="3213"/>
                    <a:pt x="10973" y="3021"/>
                  </a:cubicBezTo>
                  <a:cubicBezTo>
                    <a:pt x="10974" y="3010"/>
                    <a:pt x="10974" y="2998"/>
                    <a:pt x="10974" y="2987"/>
                  </a:cubicBezTo>
                  <a:cubicBezTo>
                    <a:pt x="10974" y="2192"/>
                    <a:pt x="10350" y="1549"/>
                    <a:pt x="9579" y="1549"/>
                  </a:cubicBezTo>
                  <a:cubicBezTo>
                    <a:pt x="9191" y="1549"/>
                    <a:pt x="8840" y="1713"/>
                    <a:pt x="8588" y="1974"/>
                  </a:cubicBezTo>
                  <a:cubicBezTo>
                    <a:pt x="8335" y="844"/>
                    <a:pt x="7353" y="1"/>
                    <a:pt x="6178" y="1"/>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69"/>
            <p:cNvSpPr/>
            <p:nvPr/>
          </p:nvSpPr>
          <p:spPr>
            <a:xfrm>
              <a:off x="7489075" y="1362288"/>
              <a:ext cx="246700" cy="117625"/>
            </a:xfrm>
            <a:custGeom>
              <a:rect b="b" l="l" r="r" t="t"/>
              <a:pathLst>
                <a:path extrusionOk="0" h="4705" w="9868">
                  <a:moveTo>
                    <a:pt x="4694" y="1"/>
                  </a:moveTo>
                  <a:cubicBezTo>
                    <a:pt x="3738" y="1"/>
                    <a:pt x="2951" y="736"/>
                    <a:pt x="2831" y="1685"/>
                  </a:cubicBezTo>
                  <a:cubicBezTo>
                    <a:pt x="2816" y="1685"/>
                    <a:pt x="2801" y="1683"/>
                    <a:pt x="2785" y="1683"/>
                  </a:cubicBezTo>
                  <a:cubicBezTo>
                    <a:pt x="1610" y="1683"/>
                    <a:pt x="657" y="2664"/>
                    <a:pt x="657" y="3875"/>
                  </a:cubicBezTo>
                  <a:cubicBezTo>
                    <a:pt x="657" y="3953"/>
                    <a:pt x="661" y="4030"/>
                    <a:pt x="669" y="4104"/>
                  </a:cubicBezTo>
                  <a:cubicBezTo>
                    <a:pt x="356" y="4171"/>
                    <a:pt x="104" y="4401"/>
                    <a:pt x="1" y="4705"/>
                  </a:cubicBezTo>
                  <a:lnTo>
                    <a:pt x="9786" y="4705"/>
                  </a:lnTo>
                  <a:cubicBezTo>
                    <a:pt x="9840" y="4528"/>
                    <a:pt x="9868" y="4342"/>
                    <a:pt x="9868" y="4148"/>
                  </a:cubicBezTo>
                  <a:cubicBezTo>
                    <a:pt x="9868" y="3217"/>
                    <a:pt x="9205" y="2444"/>
                    <a:pt x="8339" y="2298"/>
                  </a:cubicBezTo>
                  <a:cubicBezTo>
                    <a:pt x="8339" y="2289"/>
                    <a:pt x="8340" y="2279"/>
                    <a:pt x="8340" y="2272"/>
                  </a:cubicBezTo>
                  <a:cubicBezTo>
                    <a:pt x="8340" y="1668"/>
                    <a:pt x="7866" y="1179"/>
                    <a:pt x="7280" y="1179"/>
                  </a:cubicBezTo>
                  <a:cubicBezTo>
                    <a:pt x="6985" y="1179"/>
                    <a:pt x="6719" y="1304"/>
                    <a:pt x="6525" y="1502"/>
                  </a:cubicBezTo>
                  <a:cubicBezTo>
                    <a:pt x="6333" y="642"/>
                    <a:pt x="5587" y="1"/>
                    <a:pt x="4694" y="1"/>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69"/>
            <p:cNvSpPr/>
            <p:nvPr/>
          </p:nvSpPr>
          <p:spPr>
            <a:xfrm>
              <a:off x="7328575" y="1325188"/>
              <a:ext cx="324625" cy="154775"/>
            </a:xfrm>
            <a:custGeom>
              <a:rect b="b" l="l" r="r" t="t"/>
              <a:pathLst>
                <a:path extrusionOk="0" h="6191" w="12985">
                  <a:moveTo>
                    <a:pt x="6178" y="1"/>
                  </a:moveTo>
                  <a:cubicBezTo>
                    <a:pt x="4919" y="1"/>
                    <a:pt x="3883" y="968"/>
                    <a:pt x="3726" y="2219"/>
                  </a:cubicBezTo>
                  <a:cubicBezTo>
                    <a:pt x="3705" y="2218"/>
                    <a:pt x="3685" y="2214"/>
                    <a:pt x="3666" y="2214"/>
                  </a:cubicBezTo>
                  <a:cubicBezTo>
                    <a:pt x="2119" y="2214"/>
                    <a:pt x="865" y="3505"/>
                    <a:pt x="865" y="5099"/>
                  </a:cubicBezTo>
                  <a:cubicBezTo>
                    <a:pt x="865" y="5199"/>
                    <a:pt x="870" y="5302"/>
                    <a:pt x="881" y="5401"/>
                  </a:cubicBezTo>
                  <a:cubicBezTo>
                    <a:pt x="470" y="5486"/>
                    <a:pt x="137" y="5790"/>
                    <a:pt x="1" y="6191"/>
                  </a:cubicBezTo>
                  <a:lnTo>
                    <a:pt x="12877" y="6191"/>
                  </a:lnTo>
                  <a:cubicBezTo>
                    <a:pt x="12945" y="5960"/>
                    <a:pt x="12984" y="5714"/>
                    <a:pt x="12984" y="5459"/>
                  </a:cubicBezTo>
                  <a:cubicBezTo>
                    <a:pt x="12985" y="4230"/>
                    <a:pt x="12114" y="3214"/>
                    <a:pt x="10973" y="3022"/>
                  </a:cubicBezTo>
                  <a:cubicBezTo>
                    <a:pt x="10974" y="3011"/>
                    <a:pt x="10974" y="2999"/>
                    <a:pt x="10974" y="2987"/>
                  </a:cubicBezTo>
                  <a:cubicBezTo>
                    <a:pt x="10974" y="2193"/>
                    <a:pt x="10350" y="1550"/>
                    <a:pt x="9579" y="1550"/>
                  </a:cubicBezTo>
                  <a:cubicBezTo>
                    <a:pt x="9191" y="1550"/>
                    <a:pt x="8839" y="1714"/>
                    <a:pt x="8588" y="1975"/>
                  </a:cubicBezTo>
                  <a:cubicBezTo>
                    <a:pt x="8335" y="845"/>
                    <a:pt x="7354" y="1"/>
                    <a:pt x="6178" y="1"/>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9"/>
            <p:cNvSpPr/>
            <p:nvPr/>
          </p:nvSpPr>
          <p:spPr>
            <a:xfrm>
              <a:off x="6850050" y="1374563"/>
              <a:ext cx="210450" cy="100325"/>
            </a:xfrm>
            <a:custGeom>
              <a:rect b="b" l="l" r="r" t="t"/>
              <a:pathLst>
                <a:path extrusionOk="0" h="4013" w="8418">
                  <a:moveTo>
                    <a:pt x="4006" y="1"/>
                  </a:moveTo>
                  <a:cubicBezTo>
                    <a:pt x="3190" y="1"/>
                    <a:pt x="2519" y="627"/>
                    <a:pt x="2416" y="1439"/>
                  </a:cubicBezTo>
                  <a:cubicBezTo>
                    <a:pt x="2402" y="1439"/>
                    <a:pt x="2390" y="1436"/>
                    <a:pt x="2376" y="1436"/>
                  </a:cubicBezTo>
                  <a:cubicBezTo>
                    <a:pt x="1374" y="1436"/>
                    <a:pt x="561" y="2274"/>
                    <a:pt x="561" y="3305"/>
                  </a:cubicBezTo>
                  <a:cubicBezTo>
                    <a:pt x="561" y="3371"/>
                    <a:pt x="565" y="3437"/>
                    <a:pt x="571" y="3500"/>
                  </a:cubicBezTo>
                  <a:cubicBezTo>
                    <a:pt x="306" y="3556"/>
                    <a:pt x="89" y="3754"/>
                    <a:pt x="1" y="4012"/>
                  </a:cubicBezTo>
                  <a:lnTo>
                    <a:pt x="8347" y="4012"/>
                  </a:lnTo>
                  <a:cubicBezTo>
                    <a:pt x="8393" y="3863"/>
                    <a:pt x="8417" y="3702"/>
                    <a:pt x="8417" y="3539"/>
                  </a:cubicBezTo>
                  <a:cubicBezTo>
                    <a:pt x="8418" y="2743"/>
                    <a:pt x="7854" y="2085"/>
                    <a:pt x="7113" y="1961"/>
                  </a:cubicBezTo>
                  <a:cubicBezTo>
                    <a:pt x="7113" y="1953"/>
                    <a:pt x="7115" y="1945"/>
                    <a:pt x="7115" y="1938"/>
                  </a:cubicBezTo>
                  <a:cubicBezTo>
                    <a:pt x="7115" y="1423"/>
                    <a:pt x="6710" y="1006"/>
                    <a:pt x="6210" y="1006"/>
                  </a:cubicBezTo>
                  <a:cubicBezTo>
                    <a:pt x="5958" y="1006"/>
                    <a:pt x="5732" y="1110"/>
                    <a:pt x="5568" y="1281"/>
                  </a:cubicBezTo>
                  <a:cubicBezTo>
                    <a:pt x="5403" y="548"/>
                    <a:pt x="4766" y="1"/>
                    <a:pt x="4006" y="1"/>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9"/>
            <p:cNvSpPr/>
            <p:nvPr/>
          </p:nvSpPr>
          <p:spPr>
            <a:xfrm>
              <a:off x="6821625" y="1394638"/>
              <a:ext cx="168425" cy="80275"/>
            </a:xfrm>
            <a:custGeom>
              <a:rect b="b" l="l" r="r" t="t"/>
              <a:pathLst>
                <a:path extrusionOk="0" h="3211" w="6737">
                  <a:moveTo>
                    <a:pt x="3205" y="0"/>
                  </a:moveTo>
                  <a:cubicBezTo>
                    <a:pt x="2552" y="0"/>
                    <a:pt x="2014" y="502"/>
                    <a:pt x="1932" y="1151"/>
                  </a:cubicBezTo>
                  <a:cubicBezTo>
                    <a:pt x="1922" y="1151"/>
                    <a:pt x="1911" y="1149"/>
                    <a:pt x="1901" y="1149"/>
                  </a:cubicBezTo>
                  <a:cubicBezTo>
                    <a:pt x="1097" y="1149"/>
                    <a:pt x="448" y="1819"/>
                    <a:pt x="448" y="2644"/>
                  </a:cubicBezTo>
                  <a:cubicBezTo>
                    <a:pt x="448" y="2697"/>
                    <a:pt x="452" y="2749"/>
                    <a:pt x="457" y="2801"/>
                  </a:cubicBezTo>
                  <a:cubicBezTo>
                    <a:pt x="242" y="2846"/>
                    <a:pt x="70" y="3003"/>
                    <a:pt x="1" y="3210"/>
                  </a:cubicBezTo>
                  <a:lnTo>
                    <a:pt x="6681" y="3210"/>
                  </a:lnTo>
                  <a:cubicBezTo>
                    <a:pt x="6717" y="3091"/>
                    <a:pt x="6737" y="2964"/>
                    <a:pt x="6737" y="2831"/>
                  </a:cubicBezTo>
                  <a:cubicBezTo>
                    <a:pt x="6737" y="2193"/>
                    <a:pt x="6286" y="1668"/>
                    <a:pt x="5694" y="1567"/>
                  </a:cubicBezTo>
                  <a:cubicBezTo>
                    <a:pt x="5694" y="1561"/>
                    <a:pt x="5695" y="1556"/>
                    <a:pt x="5695" y="1549"/>
                  </a:cubicBezTo>
                  <a:cubicBezTo>
                    <a:pt x="5695" y="1137"/>
                    <a:pt x="5371" y="804"/>
                    <a:pt x="4970" y="804"/>
                  </a:cubicBezTo>
                  <a:cubicBezTo>
                    <a:pt x="4770" y="804"/>
                    <a:pt x="4588" y="888"/>
                    <a:pt x="4456" y="1025"/>
                  </a:cubicBezTo>
                  <a:cubicBezTo>
                    <a:pt x="4325" y="439"/>
                    <a:pt x="3816" y="0"/>
                    <a:pt x="3205" y="0"/>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9"/>
            <p:cNvSpPr/>
            <p:nvPr/>
          </p:nvSpPr>
          <p:spPr>
            <a:xfrm>
              <a:off x="6789025" y="1469113"/>
              <a:ext cx="961300" cy="22200"/>
            </a:xfrm>
            <a:custGeom>
              <a:rect b="b" l="l" r="r" t="t"/>
              <a:pathLst>
                <a:path extrusionOk="0" h="888" w="38452">
                  <a:moveTo>
                    <a:pt x="0" y="0"/>
                  </a:moveTo>
                  <a:lnTo>
                    <a:pt x="0" y="888"/>
                  </a:lnTo>
                  <a:lnTo>
                    <a:pt x="38452" y="888"/>
                  </a:lnTo>
                  <a:lnTo>
                    <a:pt x="38452" y="0"/>
                  </a:lnTo>
                  <a:close/>
                </a:path>
              </a:pathLst>
            </a:custGeom>
            <a:solidFill>
              <a:srgbClr val="87A1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9"/>
            <p:cNvSpPr/>
            <p:nvPr/>
          </p:nvSpPr>
          <p:spPr>
            <a:xfrm>
              <a:off x="7203325" y="1304988"/>
              <a:ext cx="352475" cy="99925"/>
            </a:xfrm>
            <a:custGeom>
              <a:rect b="b" l="l" r="r" t="t"/>
              <a:pathLst>
                <a:path extrusionOk="0" h="3997" w="14099">
                  <a:moveTo>
                    <a:pt x="4959" y="1"/>
                  </a:moveTo>
                  <a:cubicBezTo>
                    <a:pt x="4797" y="1"/>
                    <a:pt x="4637" y="2"/>
                    <a:pt x="4480" y="4"/>
                  </a:cubicBezTo>
                  <a:cubicBezTo>
                    <a:pt x="3481" y="19"/>
                    <a:pt x="3812" y="459"/>
                    <a:pt x="3038" y="1145"/>
                  </a:cubicBezTo>
                  <a:cubicBezTo>
                    <a:pt x="1977" y="2082"/>
                    <a:pt x="1" y="3996"/>
                    <a:pt x="1" y="3996"/>
                  </a:cubicBezTo>
                  <a:lnTo>
                    <a:pt x="14098" y="3849"/>
                  </a:lnTo>
                  <a:cubicBezTo>
                    <a:pt x="14098" y="3849"/>
                    <a:pt x="11688" y="440"/>
                    <a:pt x="9814" y="241"/>
                  </a:cubicBezTo>
                  <a:cubicBezTo>
                    <a:pt x="8805" y="132"/>
                    <a:pt x="6766" y="1"/>
                    <a:pt x="4959" y="1"/>
                  </a:cubicBez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9"/>
            <p:cNvSpPr/>
            <p:nvPr/>
          </p:nvSpPr>
          <p:spPr>
            <a:xfrm>
              <a:off x="7424900" y="1456863"/>
              <a:ext cx="74100" cy="80975"/>
            </a:xfrm>
            <a:custGeom>
              <a:rect b="b" l="l" r="r" t="t"/>
              <a:pathLst>
                <a:path extrusionOk="0" h="3239" w="2964">
                  <a:moveTo>
                    <a:pt x="1482" y="1"/>
                  </a:moveTo>
                  <a:cubicBezTo>
                    <a:pt x="664" y="1"/>
                    <a:pt x="0" y="726"/>
                    <a:pt x="0" y="1619"/>
                  </a:cubicBezTo>
                  <a:cubicBezTo>
                    <a:pt x="0" y="2514"/>
                    <a:pt x="664" y="3239"/>
                    <a:pt x="1482" y="3239"/>
                  </a:cubicBezTo>
                  <a:cubicBezTo>
                    <a:pt x="2300" y="3239"/>
                    <a:pt x="2964" y="2514"/>
                    <a:pt x="2964" y="1619"/>
                  </a:cubicBezTo>
                  <a:cubicBezTo>
                    <a:pt x="2964" y="726"/>
                    <a:pt x="2300"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9"/>
            <p:cNvSpPr/>
            <p:nvPr/>
          </p:nvSpPr>
          <p:spPr>
            <a:xfrm>
              <a:off x="7418075" y="1456863"/>
              <a:ext cx="74075" cy="80975"/>
            </a:xfrm>
            <a:custGeom>
              <a:rect b="b" l="l" r="r" t="t"/>
              <a:pathLst>
                <a:path extrusionOk="0" h="3239" w="2963">
                  <a:moveTo>
                    <a:pt x="1482" y="1"/>
                  </a:moveTo>
                  <a:cubicBezTo>
                    <a:pt x="663" y="1"/>
                    <a:pt x="1" y="726"/>
                    <a:pt x="1" y="1619"/>
                  </a:cubicBezTo>
                  <a:cubicBezTo>
                    <a:pt x="1" y="2514"/>
                    <a:pt x="663" y="3239"/>
                    <a:pt x="1482" y="3239"/>
                  </a:cubicBezTo>
                  <a:cubicBezTo>
                    <a:pt x="2300" y="3239"/>
                    <a:pt x="2963" y="2514"/>
                    <a:pt x="2963" y="1619"/>
                  </a:cubicBezTo>
                  <a:cubicBezTo>
                    <a:pt x="2963" y="726"/>
                    <a:pt x="2300" y="1"/>
                    <a:pt x="1482"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69"/>
            <p:cNvSpPr/>
            <p:nvPr/>
          </p:nvSpPr>
          <p:spPr>
            <a:xfrm>
              <a:off x="7440475" y="1479938"/>
              <a:ext cx="29325" cy="32000"/>
            </a:xfrm>
            <a:custGeom>
              <a:rect b="b" l="l" r="r" t="t"/>
              <a:pathLst>
                <a:path extrusionOk="0" h="1280" w="1173">
                  <a:moveTo>
                    <a:pt x="586" y="1"/>
                  </a:moveTo>
                  <a:cubicBezTo>
                    <a:pt x="262" y="1"/>
                    <a:pt x="1" y="287"/>
                    <a:pt x="1" y="640"/>
                  </a:cubicBezTo>
                  <a:cubicBezTo>
                    <a:pt x="1" y="993"/>
                    <a:pt x="262" y="1279"/>
                    <a:pt x="586" y="1279"/>
                  </a:cubicBezTo>
                  <a:cubicBezTo>
                    <a:pt x="910" y="1279"/>
                    <a:pt x="1172" y="993"/>
                    <a:pt x="1172" y="640"/>
                  </a:cubicBezTo>
                  <a:cubicBezTo>
                    <a:pt x="1172" y="287"/>
                    <a:pt x="910" y="1"/>
                    <a:pt x="586" y="1"/>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69"/>
            <p:cNvSpPr/>
            <p:nvPr/>
          </p:nvSpPr>
          <p:spPr>
            <a:xfrm>
              <a:off x="7148400" y="1456863"/>
              <a:ext cx="74075" cy="80975"/>
            </a:xfrm>
            <a:custGeom>
              <a:rect b="b" l="l" r="r" t="t"/>
              <a:pathLst>
                <a:path extrusionOk="0" h="3239" w="2963">
                  <a:moveTo>
                    <a:pt x="1482" y="1"/>
                  </a:moveTo>
                  <a:cubicBezTo>
                    <a:pt x="664" y="1"/>
                    <a:pt x="1" y="726"/>
                    <a:pt x="1" y="1619"/>
                  </a:cubicBezTo>
                  <a:cubicBezTo>
                    <a:pt x="1" y="2514"/>
                    <a:pt x="664" y="3239"/>
                    <a:pt x="1482" y="3239"/>
                  </a:cubicBezTo>
                  <a:cubicBezTo>
                    <a:pt x="2300" y="3239"/>
                    <a:pt x="2963" y="2514"/>
                    <a:pt x="2963" y="1619"/>
                  </a:cubicBezTo>
                  <a:cubicBezTo>
                    <a:pt x="2963" y="726"/>
                    <a:pt x="2300"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69"/>
            <p:cNvSpPr/>
            <p:nvPr/>
          </p:nvSpPr>
          <p:spPr>
            <a:xfrm>
              <a:off x="7141525" y="1456863"/>
              <a:ext cx="74125" cy="80975"/>
            </a:xfrm>
            <a:custGeom>
              <a:rect b="b" l="l" r="r" t="t"/>
              <a:pathLst>
                <a:path extrusionOk="0" h="3239" w="2965">
                  <a:moveTo>
                    <a:pt x="1483" y="1"/>
                  </a:moveTo>
                  <a:cubicBezTo>
                    <a:pt x="664" y="1"/>
                    <a:pt x="1" y="726"/>
                    <a:pt x="1" y="1619"/>
                  </a:cubicBezTo>
                  <a:cubicBezTo>
                    <a:pt x="1" y="2514"/>
                    <a:pt x="664" y="3239"/>
                    <a:pt x="1483" y="3239"/>
                  </a:cubicBezTo>
                  <a:cubicBezTo>
                    <a:pt x="2301" y="3239"/>
                    <a:pt x="2964" y="2514"/>
                    <a:pt x="2964" y="1619"/>
                  </a:cubicBezTo>
                  <a:cubicBezTo>
                    <a:pt x="2964" y="726"/>
                    <a:pt x="2301" y="1"/>
                    <a:pt x="1483"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9"/>
            <p:cNvSpPr/>
            <p:nvPr/>
          </p:nvSpPr>
          <p:spPr>
            <a:xfrm>
              <a:off x="7163675" y="1483088"/>
              <a:ext cx="29825" cy="32550"/>
            </a:xfrm>
            <a:custGeom>
              <a:rect b="b" l="l" r="r" t="t"/>
              <a:pathLst>
                <a:path extrusionOk="0" h="1302" w="1193">
                  <a:moveTo>
                    <a:pt x="597" y="0"/>
                  </a:moveTo>
                  <a:cubicBezTo>
                    <a:pt x="267" y="0"/>
                    <a:pt x="0" y="291"/>
                    <a:pt x="0" y="651"/>
                  </a:cubicBezTo>
                  <a:cubicBezTo>
                    <a:pt x="0" y="1011"/>
                    <a:pt x="267" y="1301"/>
                    <a:pt x="597" y="1301"/>
                  </a:cubicBezTo>
                  <a:cubicBezTo>
                    <a:pt x="925" y="1301"/>
                    <a:pt x="1193" y="1011"/>
                    <a:pt x="1193" y="651"/>
                  </a:cubicBezTo>
                  <a:cubicBezTo>
                    <a:pt x="1193" y="291"/>
                    <a:pt x="925" y="0"/>
                    <a:pt x="597" y="0"/>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69"/>
            <p:cNvSpPr/>
            <p:nvPr/>
          </p:nvSpPr>
          <p:spPr>
            <a:xfrm>
              <a:off x="7084675" y="1396013"/>
              <a:ext cx="534375" cy="108150"/>
            </a:xfrm>
            <a:custGeom>
              <a:rect b="b" l="l" r="r" t="t"/>
              <a:pathLst>
                <a:path extrusionOk="0" h="4326" w="21375">
                  <a:moveTo>
                    <a:pt x="19752" y="0"/>
                  </a:moveTo>
                  <a:cubicBezTo>
                    <a:pt x="19743" y="0"/>
                    <a:pt x="19735" y="0"/>
                    <a:pt x="19726" y="0"/>
                  </a:cubicBezTo>
                  <a:cubicBezTo>
                    <a:pt x="17675" y="47"/>
                    <a:pt x="5892" y="320"/>
                    <a:pt x="3569" y="500"/>
                  </a:cubicBezTo>
                  <a:cubicBezTo>
                    <a:pt x="0" y="776"/>
                    <a:pt x="796" y="4325"/>
                    <a:pt x="796" y="4325"/>
                  </a:cubicBezTo>
                  <a:lnTo>
                    <a:pt x="2639" y="4325"/>
                  </a:lnTo>
                  <a:lnTo>
                    <a:pt x="21170" y="3886"/>
                  </a:lnTo>
                  <a:cubicBezTo>
                    <a:pt x="21374" y="2413"/>
                    <a:pt x="21138" y="1156"/>
                    <a:pt x="20912" y="661"/>
                  </a:cubicBezTo>
                  <a:cubicBezTo>
                    <a:pt x="20723" y="245"/>
                    <a:pt x="20188" y="0"/>
                    <a:pt x="19752" y="0"/>
                  </a:cubicBez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69"/>
            <p:cNvSpPr/>
            <p:nvPr/>
          </p:nvSpPr>
          <p:spPr>
            <a:xfrm>
              <a:off x="7094050" y="1304088"/>
              <a:ext cx="352500" cy="100850"/>
            </a:xfrm>
            <a:custGeom>
              <a:rect b="b" l="l" r="r" t="t"/>
              <a:pathLst>
                <a:path extrusionOk="0" h="4034" w="14100">
                  <a:moveTo>
                    <a:pt x="7677" y="0"/>
                  </a:moveTo>
                  <a:cubicBezTo>
                    <a:pt x="6934" y="0"/>
                    <a:pt x="6185" y="24"/>
                    <a:pt x="5576" y="54"/>
                  </a:cubicBezTo>
                  <a:cubicBezTo>
                    <a:pt x="4580" y="101"/>
                    <a:pt x="3812" y="496"/>
                    <a:pt x="3036" y="1182"/>
                  </a:cubicBezTo>
                  <a:cubicBezTo>
                    <a:pt x="1977" y="2119"/>
                    <a:pt x="0" y="4033"/>
                    <a:pt x="0" y="4033"/>
                  </a:cubicBezTo>
                  <a:lnTo>
                    <a:pt x="14099" y="3885"/>
                  </a:lnTo>
                  <a:cubicBezTo>
                    <a:pt x="14099" y="3885"/>
                    <a:pt x="12019" y="494"/>
                    <a:pt x="10163" y="153"/>
                  </a:cubicBezTo>
                  <a:cubicBezTo>
                    <a:pt x="9544" y="39"/>
                    <a:pt x="8616" y="0"/>
                    <a:pt x="7677" y="0"/>
                  </a:cubicBezTo>
                  <a:close/>
                </a:path>
              </a:pathLst>
            </a:custGeom>
            <a:solidFill>
              <a:srgbClr val="FF5F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9"/>
            <p:cNvSpPr/>
            <p:nvPr/>
          </p:nvSpPr>
          <p:spPr>
            <a:xfrm>
              <a:off x="6958700" y="1396338"/>
              <a:ext cx="557650" cy="107825"/>
            </a:xfrm>
            <a:custGeom>
              <a:rect b="b" l="l" r="r" t="t"/>
              <a:pathLst>
                <a:path extrusionOk="0" h="4313" w="22306">
                  <a:moveTo>
                    <a:pt x="19893" y="1"/>
                  </a:moveTo>
                  <a:cubicBezTo>
                    <a:pt x="19889" y="1"/>
                    <a:pt x="19885" y="1"/>
                    <a:pt x="19881" y="1"/>
                  </a:cubicBezTo>
                  <a:cubicBezTo>
                    <a:pt x="16470" y="64"/>
                    <a:pt x="5888" y="236"/>
                    <a:pt x="3690" y="400"/>
                  </a:cubicBezTo>
                  <a:cubicBezTo>
                    <a:pt x="0" y="678"/>
                    <a:pt x="1061" y="4312"/>
                    <a:pt x="1061" y="4312"/>
                  </a:cubicBezTo>
                  <a:lnTo>
                    <a:pt x="22094" y="4164"/>
                  </a:lnTo>
                  <a:cubicBezTo>
                    <a:pt x="22305" y="2690"/>
                    <a:pt x="22239" y="1648"/>
                    <a:pt x="22015" y="1150"/>
                  </a:cubicBezTo>
                  <a:cubicBezTo>
                    <a:pt x="21617" y="266"/>
                    <a:pt x="20232" y="1"/>
                    <a:pt x="19893" y="1"/>
                  </a:cubicBez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9"/>
            <p:cNvSpPr/>
            <p:nvPr/>
          </p:nvSpPr>
          <p:spPr>
            <a:xfrm>
              <a:off x="7269750" y="1323388"/>
              <a:ext cx="3750" cy="178150"/>
            </a:xfrm>
            <a:custGeom>
              <a:rect b="b" l="l" r="r" t="t"/>
              <a:pathLst>
                <a:path extrusionOk="0" h="7126" w="150">
                  <a:moveTo>
                    <a:pt x="73" y="0"/>
                  </a:moveTo>
                  <a:lnTo>
                    <a:pt x="0" y="1"/>
                  </a:lnTo>
                  <a:lnTo>
                    <a:pt x="77" y="7125"/>
                  </a:lnTo>
                  <a:lnTo>
                    <a:pt x="149" y="7125"/>
                  </a:lnTo>
                  <a:lnTo>
                    <a:pt x="73" y="0"/>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9"/>
            <p:cNvSpPr/>
            <p:nvPr/>
          </p:nvSpPr>
          <p:spPr>
            <a:xfrm>
              <a:off x="7221525" y="1416513"/>
              <a:ext cx="42450" cy="5825"/>
            </a:xfrm>
            <a:custGeom>
              <a:rect b="b" l="l" r="r" t="t"/>
              <a:pathLst>
                <a:path extrusionOk="0" h="233" w="1698">
                  <a:moveTo>
                    <a:pt x="5" y="1"/>
                  </a:moveTo>
                  <a:cubicBezTo>
                    <a:pt x="3" y="1"/>
                    <a:pt x="1" y="3"/>
                    <a:pt x="1" y="4"/>
                  </a:cubicBezTo>
                  <a:lnTo>
                    <a:pt x="1" y="229"/>
                  </a:lnTo>
                  <a:cubicBezTo>
                    <a:pt x="1" y="231"/>
                    <a:pt x="4" y="233"/>
                    <a:pt x="5" y="233"/>
                  </a:cubicBezTo>
                  <a:lnTo>
                    <a:pt x="1694" y="233"/>
                  </a:lnTo>
                  <a:cubicBezTo>
                    <a:pt x="1696" y="233"/>
                    <a:pt x="1698" y="231"/>
                    <a:pt x="1698" y="229"/>
                  </a:cubicBezTo>
                  <a:lnTo>
                    <a:pt x="1698" y="4"/>
                  </a:lnTo>
                  <a:cubicBezTo>
                    <a:pt x="1698" y="2"/>
                    <a:pt x="1695" y="1"/>
                    <a:pt x="1694" y="1"/>
                  </a:cubicBezTo>
                  <a:close/>
                </a:path>
              </a:pathLst>
            </a:custGeom>
            <a:solidFill>
              <a:srgbClr val="FF9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69"/>
            <p:cNvSpPr/>
            <p:nvPr/>
          </p:nvSpPr>
          <p:spPr>
            <a:xfrm>
              <a:off x="7221525" y="1416513"/>
              <a:ext cx="38050" cy="5825"/>
            </a:xfrm>
            <a:custGeom>
              <a:rect b="b" l="l" r="r" t="t"/>
              <a:pathLst>
                <a:path extrusionOk="0" h="233" w="1522">
                  <a:moveTo>
                    <a:pt x="5" y="1"/>
                  </a:moveTo>
                  <a:cubicBezTo>
                    <a:pt x="3" y="1"/>
                    <a:pt x="1" y="3"/>
                    <a:pt x="1" y="4"/>
                  </a:cubicBezTo>
                  <a:lnTo>
                    <a:pt x="1" y="229"/>
                  </a:lnTo>
                  <a:cubicBezTo>
                    <a:pt x="1" y="231"/>
                    <a:pt x="4" y="233"/>
                    <a:pt x="5" y="233"/>
                  </a:cubicBezTo>
                  <a:lnTo>
                    <a:pt x="1517" y="233"/>
                  </a:lnTo>
                  <a:cubicBezTo>
                    <a:pt x="1518" y="233"/>
                    <a:pt x="1522" y="231"/>
                    <a:pt x="1522" y="229"/>
                  </a:cubicBezTo>
                  <a:lnTo>
                    <a:pt x="1522" y="4"/>
                  </a:lnTo>
                  <a:cubicBezTo>
                    <a:pt x="1522" y="2"/>
                    <a:pt x="1518" y="1"/>
                    <a:pt x="1517" y="1"/>
                  </a:cubicBezTo>
                  <a:close/>
                </a:path>
              </a:pathLst>
            </a:custGeom>
            <a:solidFill>
              <a:srgbClr val="FFB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9"/>
            <p:cNvSpPr/>
            <p:nvPr/>
          </p:nvSpPr>
          <p:spPr>
            <a:xfrm>
              <a:off x="7387475" y="1416513"/>
              <a:ext cx="42425" cy="5825"/>
            </a:xfrm>
            <a:custGeom>
              <a:rect b="b" l="l" r="r" t="t"/>
              <a:pathLst>
                <a:path extrusionOk="0" h="233" w="1697">
                  <a:moveTo>
                    <a:pt x="3" y="1"/>
                  </a:moveTo>
                  <a:cubicBezTo>
                    <a:pt x="1" y="1"/>
                    <a:pt x="0" y="3"/>
                    <a:pt x="0" y="4"/>
                  </a:cubicBezTo>
                  <a:lnTo>
                    <a:pt x="0" y="229"/>
                  </a:lnTo>
                  <a:cubicBezTo>
                    <a:pt x="0" y="231"/>
                    <a:pt x="2" y="233"/>
                    <a:pt x="3" y="233"/>
                  </a:cubicBezTo>
                  <a:lnTo>
                    <a:pt x="1692" y="233"/>
                  </a:lnTo>
                  <a:cubicBezTo>
                    <a:pt x="1693" y="233"/>
                    <a:pt x="1695" y="231"/>
                    <a:pt x="1696" y="229"/>
                  </a:cubicBezTo>
                  <a:lnTo>
                    <a:pt x="1696" y="4"/>
                  </a:lnTo>
                  <a:cubicBezTo>
                    <a:pt x="1696" y="2"/>
                    <a:pt x="1693" y="1"/>
                    <a:pt x="1692" y="1"/>
                  </a:cubicBezTo>
                  <a:close/>
                </a:path>
              </a:pathLst>
            </a:custGeom>
            <a:solidFill>
              <a:srgbClr val="FF9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69"/>
            <p:cNvSpPr/>
            <p:nvPr/>
          </p:nvSpPr>
          <p:spPr>
            <a:xfrm>
              <a:off x="6978200" y="1487588"/>
              <a:ext cx="539925" cy="16575"/>
            </a:xfrm>
            <a:custGeom>
              <a:rect b="b" l="l" r="r" t="t"/>
              <a:pathLst>
                <a:path extrusionOk="0" h="663" w="21597">
                  <a:moveTo>
                    <a:pt x="1" y="1"/>
                  </a:moveTo>
                  <a:lnTo>
                    <a:pt x="140" y="662"/>
                  </a:lnTo>
                  <a:lnTo>
                    <a:pt x="21597" y="662"/>
                  </a:lnTo>
                  <a:lnTo>
                    <a:pt x="21597" y="1"/>
                  </a:lnTo>
                  <a:close/>
                </a:path>
              </a:pathLst>
            </a:custGeom>
            <a:solidFill>
              <a:srgbClr val="8888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69"/>
            <p:cNvSpPr/>
            <p:nvPr/>
          </p:nvSpPr>
          <p:spPr>
            <a:xfrm>
              <a:off x="7510850" y="1487588"/>
              <a:ext cx="107750" cy="16575"/>
            </a:xfrm>
            <a:custGeom>
              <a:rect b="b" l="l" r="r" t="t"/>
              <a:pathLst>
                <a:path extrusionOk="0" h="663" w="4310">
                  <a:moveTo>
                    <a:pt x="1" y="1"/>
                  </a:moveTo>
                  <a:lnTo>
                    <a:pt x="291" y="662"/>
                  </a:lnTo>
                  <a:lnTo>
                    <a:pt x="4047" y="662"/>
                  </a:lnTo>
                  <a:lnTo>
                    <a:pt x="4310" y="1"/>
                  </a:lnTo>
                  <a:close/>
                </a:path>
              </a:pathLst>
            </a:custGeom>
            <a:solidFill>
              <a:srgbClr val="7878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9"/>
            <p:cNvSpPr/>
            <p:nvPr/>
          </p:nvSpPr>
          <p:spPr>
            <a:xfrm>
              <a:off x="7052925" y="1448238"/>
              <a:ext cx="103800" cy="55925"/>
            </a:xfrm>
            <a:custGeom>
              <a:rect b="b" l="l" r="r" t="t"/>
              <a:pathLst>
                <a:path extrusionOk="0" h="2237" w="4152">
                  <a:moveTo>
                    <a:pt x="2074" y="1"/>
                  </a:moveTo>
                  <a:cubicBezTo>
                    <a:pt x="928" y="1"/>
                    <a:pt x="0" y="820"/>
                    <a:pt x="0" y="1965"/>
                  </a:cubicBezTo>
                  <a:cubicBezTo>
                    <a:pt x="0" y="2036"/>
                    <a:pt x="10" y="2166"/>
                    <a:pt x="19" y="2236"/>
                  </a:cubicBezTo>
                  <a:lnTo>
                    <a:pt x="4150" y="2236"/>
                  </a:lnTo>
                  <a:cubicBezTo>
                    <a:pt x="4151" y="2195"/>
                    <a:pt x="4147" y="2007"/>
                    <a:pt x="4147" y="1965"/>
                  </a:cubicBezTo>
                  <a:cubicBezTo>
                    <a:pt x="4147" y="820"/>
                    <a:pt x="3219" y="1"/>
                    <a:pt x="2074" y="1"/>
                  </a:cubicBezTo>
                  <a:close/>
                </a:path>
              </a:pathLst>
            </a:custGeom>
            <a:solidFill>
              <a:srgbClr val="4E4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9"/>
            <p:cNvSpPr/>
            <p:nvPr/>
          </p:nvSpPr>
          <p:spPr>
            <a:xfrm>
              <a:off x="7060175" y="1451688"/>
              <a:ext cx="95725" cy="52475"/>
            </a:xfrm>
            <a:custGeom>
              <a:rect b="b" l="l" r="r" t="t"/>
              <a:pathLst>
                <a:path extrusionOk="0" h="2099" w="3829">
                  <a:moveTo>
                    <a:pt x="1912" y="1"/>
                  </a:moveTo>
                  <a:cubicBezTo>
                    <a:pt x="856" y="1"/>
                    <a:pt x="0" y="770"/>
                    <a:pt x="0" y="1844"/>
                  </a:cubicBezTo>
                  <a:cubicBezTo>
                    <a:pt x="0" y="1911"/>
                    <a:pt x="10" y="2032"/>
                    <a:pt x="18" y="2098"/>
                  </a:cubicBezTo>
                  <a:lnTo>
                    <a:pt x="3825" y="2098"/>
                  </a:lnTo>
                  <a:cubicBezTo>
                    <a:pt x="3828" y="2059"/>
                    <a:pt x="3824" y="1882"/>
                    <a:pt x="3824" y="1844"/>
                  </a:cubicBezTo>
                  <a:cubicBezTo>
                    <a:pt x="3824" y="770"/>
                    <a:pt x="2969" y="1"/>
                    <a:pt x="1912" y="1"/>
                  </a:cubicBezTo>
                  <a:close/>
                </a:path>
              </a:pathLst>
            </a:custGeom>
            <a:solidFill>
              <a:srgbClr val="5C5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69"/>
            <p:cNvSpPr/>
            <p:nvPr/>
          </p:nvSpPr>
          <p:spPr>
            <a:xfrm>
              <a:off x="7078825" y="1456863"/>
              <a:ext cx="74125" cy="80975"/>
            </a:xfrm>
            <a:custGeom>
              <a:rect b="b" l="l" r="r" t="t"/>
              <a:pathLst>
                <a:path extrusionOk="0" h="3239" w="2965">
                  <a:moveTo>
                    <a:pt x="1482" y="1"/>
                  </a:moveTo>
                  <a:cubicBezTo>
                    <a:pt x="664" y="1"/>
                    <a:pt x="1" y="726"/>
                    <a:pt x="1" y="1619"/>
                  </a:cubicBezTo>
                  <a:cubicBezTo>
                    <a:pt x="1" y="2514"/>
                    <a:pt x="664" y="3239"/>
                    <a:pt x="1482" y="3239"/>
                  </a:cubicBezTo>
                  <a:cubicBezTo>
                    <a:pt x="2301" y="3239"/>
                    <a:pt x="2964" y="2514"/>
                    <a:pt x="2964" y="1619"/>
                  </a:cubicBezTo>
                  <a:cubicBezTo>
                    <a:pt x="2964" y="726"/>
                    <a:pt x="2301"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69"/>
            <p:cNvSpPr/>
            <p:nvPr/>
          </p:nvSpPr>
          <p:spPr>
            <a:xfrm>
              <a:off x="7071125" y="1456863"/>
              <a:ext cx="74100" cy="80975"/>
            </a:xfrm>
            <a:custGeom>
              <a:rect b="b" l="l" r="r" t="t"/>
              <a:pathLst>
                <a:path extrusionOk="0" h="3239" w="2964">
                  <a:moveTo>
                    <a:pt x="1481" y="1"/>
                  </a:moveTo>
                  <a:cubicBezTo>
                    <a:pt x="663" y="1"/>
                    <a:pt x="1" y="726"/>
                    <a:pt x="1" y="1619"/>
                  </a:cubicBezTo>
                  <a:cubicBezTo>
                    <a:pt x="1" y="2514"/>
                    <a:pt x="663" y="3239"/>
                    <a:pt x="1481" y="3239"/>
                  </a:cubicBezTo>
                  <a:cubicBezTo>
                    <a:pt x="2301" y="3239"/>
                    <a:pt x="2963" y="2514"/>
                    <a:pt x="2963" y="1619"/>
                  </a:cubicBezTo>
                  <a:cubicBezTo>
                    <a:pt x="2963" y="726"/>
                    <a:pt x="2301" y="1"/>
                    <a:pt x="1481"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69"/>
            <p:cNvSpPr/>
            <p:nvPr/>
          </p:nvSpPr>
          <p:spPr>
            <a:xfrm>
              <a:off x="7094850" y="1482788"/>
              <a:ext cx="26650" cy="29150"/>
            </a:xfrm>
            <a:custGeom>
              <a:rect b="b" l="l" r="r" t="t"/>
              <a:pathLst>
                <a:path extrusionOk="0" h="1166" w="1066">
                  <a:moveTo>
                    <a:pt x="532" y="1"/>
                  </a:moveTo>
                  <a:cubicBezTo>
                    <a:pt x="239" y="1"/>
                    <a:pt x="1" y="262"/>
                    <a:pt x="1" y="582"/>
                  </a:cubicBezTo>
                  <a:cubicBezTo>
                    <a:pt x="1" y="904"/>
                    <a:pt x="239" y="1165"/>
                    <a:pt x="532" y="1165"/>
                  </a:cubicBezTo>
                  <a:cubicBezTo>
                    <a:pt x="827" y="1165"/>
                    <a:pt x="1065" y="904"/>
                    <a:pt x="1065" y="582"/>
                  </a:cubicBezTo>
                  <a:cubicBezTo>
                    <a:pt x="1065" y="262"/>
                    <a:pt x="827" y="1"/>
                    <a:pt x="532" y="1"/>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69"/>
            <p:cNvSpPr/>
            <p:nvPr/>
          </p:nvSpPr>
          <p:spPr>
            <a:xfrm>
              <a:off x="7329325" y="1448238"/>
              <a:ext cx="103825" cy="55925"/>
            </a:xfrm>
            <a:custGeom>
              <a:rect b="b" l="l" r="r" t="t"/>
              <a:pathLst>
                <a:path extrusionOk="0" h="2237" w="4153">
                  <a:moveTo>
                    <a:pt x="2078" y="1"/>
                  </a:moveTo>
                  <a:cubicBezTo>
                    <a:pt x="933" y="1"/>
                    <a:pt x="5" y="820"/>
                    <a:pt x="5" y="1965"/>
                  </a:cubicBezTo>
                  <a:cubicBezTo>
                    <a:pt x="5" y="2036"/>
                    <a:pt x="1" y="2166"/>
                    <a:pt x="7" y="2236"/>
                  </a:cubicBezTo>
                  <a:lnTo>
                    <a:pt x="4149" y="2236"/>
                  </a:lnTo>
                  <a:cubicBezTo>
                    <a:pt x="4152" y="2195"/>
                    <a:pt x="4152" y="2007"/>
                    <a:pt x="4152" y="1965"/>
                  </a:cubicBezTo>
                  <a:cubicBezTo>
                    <a:pt x="4152" y="820"/>
                    <a:pt x="3224" y="1"/>
                    <a:pt x="2078" y="1"/>
                  </a:cubicBezTo>
                  <a:close/>
                </a:path>
              </a:pathLst>
            </a:custGeom>
            <a:solidFill>
              <a:srgbClr val="4E4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9"/>
            <p:cNvSpPr/>
            <p:nvPr/>
          </p:nvSpPr>
          <p:spPr>
            <a:xfrm>
              <a:off x="7336575" y="1451238"/>
              <a:ext cx="96350" cy="52925"/>
            </a:xfrm>
            <a:custGeom>
              <a:rect b="b" l="l" r="r" t="t"/>
              <a:pathLst>
                <a:path extrusionOk="0" h="2117" w="3854">
                  <a:moveTo>
                    <a:pt x="1929" y="1"/>
                  </a:moveTo>
                  <a:cubicBezTo>
                    <a:pt x="867" y="1"/>
                    <a:pt x="5" y="775"/>
                    <a:pt x="5" y="1859"/>
                  </a:cubicBezTo>
                  <a:cubicBezTo>
                    <a:pt x="5" y="1926"/>
                    <a:pt x="1" y="2050"/>
                    <a:pt x="7" y="2116"/>
                  </a:cubicBezTo>
                  <a:lnTo>
                    <a:pt x="3852" y="2116"/>
                  </a:lnTo>
                  <a:cubicBezTo>
                    <a:pt x="3854" y="2077"/>
                    <a:pt x="3854" y="1899"/>
                    <a:pt x="3854" y="1859"/>
                  </a:cubicBezTo>
                  <a:cubicBezTo>
                    <a:pt x="3854" y="775"/>
                    <a:pt x="2992" y="1"/>
                    <a:pt x="1929" y="1"/>
                  </a:cubicBezTo>
                  <a:close/>
                </a:path>
              </a:pathLst>
            </a:custGeom>
            <a:solidFill>
              <a:srgbClr val="5C5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9"/>
            <p:cNvSpPr/>
            <p:nvPr/>
          </p:nvSpPr>
          <p:spPr>
            <a:xfrm>
              <a:off x="7355375" y="1456863"/>
              <a:ext cx="74100" cy="80975"/>
            </a:xfrm>
            <a:custGeom>
              <a:rect b="b" l="l" r="r" t="t"/>
              <a:pathLst>
                <a:path extrusionOk="0" h="3239" w="2964">
                  <a:moveTo>
                    <a:pt x="1482" y="1"/>
                  </a:moveTo>
                  <a:cubicBezTo>
                    <a:pt x="664" y="1"/>
                    <a:pt x="1" y="726"/>
                    <a:pt x="1" y="1619"/>
                  </a:cubicBezTo>
                  <a:cubicBezTo>
                    <a:pt x="1" y="2514"/>
                    <a:pt x="664" y="3239"/>
                    <a:pt x="1482" y="3239"/>
                  </a:cubicBezTo>
                  <a:cubicBezTo>
                    <a:pt x="2300" y="3239"/>
                    <a:pt x="2964" y="2514"/>
                    <a:pt x="2964" y="1619"/>
                  </a:cubicBezTo>
                  <a:cubicBezTo>
                    <a:pt x="2964" y="726"/>
                    <a:pt x="2300"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9"/>
            <p:cNvSpPr/>
            <p:nvPr/>
          </p:nvSpPr>
          <p:spPr>
            <a:xfrm>
              <a:off x="7347650" y="1456863"/>
              <a:ext cx="74100" cy="80975"/>
            </a:xfrm>
            <a:custGeom>
              <a:rect b="b" l="l" r="r" t="t"/>
              <a:pathLst>
                <a:path extrusionOk="0" h="3239" w="2964">
                  <a:moveTo>
                    <a:pt x="1482" y="1"/>
                  </a:moveTo>
                  <a:cubicBezTo>
                    <a:pt x="664" y="1"/>
                    <a:pt x="1" y="726"/>
                    <a:pt x="1" y="1619"/>
                  </a:cubicBezTo>
                  <a:cubicBezTo>
                    <a:pt x="1" y="2514"/>
                    <a:pt x="664" y="3239"/>
                    <a:pt x="1482" y="3239"/>
                  </a:cubicBezTo>
                  <a:cubicBezTo>
                    <a:pt x="2300" y="3239"/>
                    <a:pt x="2964" y="2514"/>
                    <a:pt x="2964" y="1619"/>
                  </a:cubicBezTo>
                  <a:cubicBezTo>
                    <a:pt x="2964" y="726"/>
                    <a:pt x="2300" y="1"/>
                    <a:pt x="1482"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69"/>
            <p:cNvSpPr/>
            <p:nvPr/>
          </p:nvSpPr>
          <p:spPr>
            <a:xfrm>
              <a:off x="7371375" y="1482788"/>
              <a:ext cx="26675" cy="29150"/>
            </a:xfrm>
            <a:custGeom>
              <a:rect b="b" l="l" r="r" t="t"/>
              <a:pathLst>
                <a:path extrusionOk="0" h="1166" w="1067">
                  <a:moveTo>
                    <a:pt x="533" y="1"/>
                  </a:moveTo>
                  <a:cubicBezTo>
                    <a:pt x="240" y="1"/>
                    <a:pt x="0" y="262"/>
                    <a:pt x="0" y="582"/>
                  </a:cubicBezTo>
                  <a:cubicBezTo>
                    <a:pt x="0" y="904"/>
                    <a:pt x="240" y="1165"/>
                    <a:pt x="533" y="1165"/>
                  </a:cubicBezTo>
                  <a:cubicBezTo>
                    <a:pt x="828" y="1165"/>
                    <a:pt x="1066" y="904"/>
                    <a:pt x="1066" y="582"/>
                  </a:cubicBezTo>
                  <a:cubicBezTo>
                    <a:pt x="1066" y="262"/>
                    <a:pt x="828" y="1"/>
                    <a:pt x="533" y="1"/>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9"/>
            <p:cNvSpPr/>
            <p:nvPr/>
          </p:nvSpPr>
          <p:spPr>
            <a:xfrm>
              <a:off x="7042675" y="1434938"/>
              <a:ext cx="123150" cy="52775"/>
            </a:xfrm>
            <a:custGeom>
              <a:rect b="b" l="l" r="r" t="t"/>
              <a:pathLst>
                <a:path extrusionOk="0" h="2111" w="4926">
                  <a:moveTo>
                    <a:pt x="2601" y="1"/>
                  </a:moveTo>
                  <a:cubicBezTo>
                    <a:pt x="228" y="1"/>
                    <a:pt x="4" y="2084"/>
                    <a:pt x="0" y="2104"/>
                  </a:cubicBezTo>
                  <a:lnTo>
                    <a:pt x="73" y="2111"/>
                  </a:lnTo>
                  <a:cubicBezTo>
                    <a:pt x="75" y="2090"/>
                    <a:pt x="293" y="74"/>
                    <a:pt x="2599" y="74"/>
                  </a:cubicBezTo>
                  <a:cubicBezTo>
                    <a:pt x="2600" y="74"/>
                    <a:pt x="2600" y="74"/>
                    <a:pt x="2601" y="74"/>
                  </a:cubicBezTo>
                  <a:lnTo>
                    <a:pt x="2605" y="74"/>
                  </a:lnTo>
                  <a:cubicBezTo>
                    <a:pt x="3582" y="76"/>
                    <a:pt x="4757" y="610"/>
                    <a:pt x="4853" y="2111"/>
                  </a:cubicBezTo>
                  <a:lnTo>
                    <a:pt x="4925" y="2105"/>
                  </a:lnTo>
                  <a:cubicBezTo>
                    <a:pt x="4826" y="553"/>
                    <a:pt x="3613" y="2"/>
                    <a:pt x="2605" y="1"/>
                  </a:cubicBez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9"/>
            <p:cNvSpPr/>
            <p:nvPr/>
          </p:nvSpPr>
          <p:spPr>
            <a:xfrm>
              <a:off x="7319200" y="1434938"/>
              <a:ext cx="122400" cy="52775"/>
            </a:xfrm>
            <a:custGeom>
              <a:rect b="b" l="l" r="r" t="t"/>
              <a:pathLst>
                <a:path extrusionOk="0" h="2111" w="4896">
                  <a:moveTo>
                    <a:pt x="2584" y="1"/>
                  </a:moveTo>
                  <a:cubicBezTo>
                    <a:pt x="225" y="1"/>
                    <a:pt x="2" y="2084"/>
                    <a:pt x="0" y="2104"/>
                  </a:cubicBezTo>
                  <a:lnTo>
                    <a:pt x="73" y="2111"/>
                  </a:lnTo>
                  <a:cubicBezTo>
                    <a:pt x="80" y="2028"/>
                    <a:pt x="293" y="74"/>
                    <a:pt x="2582" y="74"/>
                  </a:cubicBezTo>
                  <a:cubicBezTo>
                    <a:pt x="2583" y="74"/>
                    <a:pt x="2583" y="74"/>
                    <a:pt x="2584" y="74"/>
                  </a:cubicBezTo>
                  <a:lnTo>
                    <a:pt x="2588" y="74"/>
                  </a:lnTo>
                  <a:cubicBezTo>
                    <a:pt x="3559" y="76"/>
                    <a:pt x="4726" y="610"/>
                    <a:pt x="4823" y="2111"/>
                  </a:cubicBezTo>
                  <a:lnTo>
                    <a:pt x="4895" y="2105"/>
                  </a:lnTo>
                  <a:cubicBezTo>
                    <a:pt x="4797" y="553"/>
                    <a:pt x="3591" y="2"/>
                    <a:pt x="2588" y="1"/>
                  </a:cubicBez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9"/>
            <p:cNvSpPr/>
            <p:nvPr/>
          </p:nvSpPr>
          <p:spPr>
            <a:xfrm>
              <a:off x="6981675" y="1425538"/>
              <a:ext cx="33750" cy="18850"/>
            </a:xfrm>
            <a:custGeom>
              <a:rect b="b" l="l" r="r" t="t"/>
              <a:pathLst>
                <a:path extrusionOk="0" h="754" w="1350">
                  <a:moveTo>
                    <a:pt x="11" y="0"/>
                  </a:moveTo>
                  <a:cubicBezTo>
                    <a:pt x="6" y="0"/>
                    <a:pt x="1" y="5"/>
                    <a:pt x="1" y="11"/>
                  </a:cubicBezTo>
                  <a:lnTo>
                    <a:pt x="1" y="743"/>
                  </a:lnTo>
                  <a:cubicBezTo>
                    <a:pt x="1" y="748"/>
                    <a:pt x="4" y="753"/>
                    <a:pt x="11" y="753"/>
                  </a:cubicBezTo>
                  <a:lnTo>
                    <a:pt x="1338" y="753"/>
                  </a:lnTo>
                  <a:cubicBezTo>
                    <a:pt x="1345" y="753"/>
                    <a:pt x="1350" y="748"/>
                    <a:pt x="1349" y="743"/>
                  </a:cubicBezTo>
                  <a:lnTo>
                    <a:pt x="1349" y="11"/>
                  </a:lnTo>
                  <a:cubicBezTo>
                    <a:pt x="1349" y="6"/>
                    <a:pt x="1345" y="0"/>
                    <a:pt x="1338" y="0"/>
                  </a:cubicBezTo>
                  <a:close/>
                </a:path>
              </a:pathLst>
            </a:custGeom>
            <a:solidFill>
              <a:srgbClr val="FFDF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9"/>
            <p:cNvSpPr/>
            <p:nvPr/>
          </p:nvSpPr>
          <p:spPr>
            <a:xfrm>
              <a:off x="7527525" y="1448238"/>
              <a:ext cx="73450" cy="39475"/>
            </a:xfrm>
            <a:custGeom>
              <a:rect b="b" l="l" r="r" t="t"/>
              <a:pathLst>
                <a:path extrusionOk="0" h="1579" w="2938">
                  <a:moveTo>
                    <a:pt x="1491" y="1"/>
                  </a:moveTo>
                  <a:cubicBezTo>
                    <a:pt x="1490" y="1"/>
                    <a:pt x="1488" y="1"/>
                    <a:pt x="1487" y="1"/>
                  </a:cubicBezTo>
                  <a:cubicBezTo>
                    <a:pt x="0" y="1"/>
                    <a:pt x="0" y="1579"/>
                    <a:pt x="0" y="1579"/>
                  </a:cubicBezTo>
                  <a:lnTo>
                    <a:pt x="2937" y="1579"/>
                  </a:lnTo>
                  <a:cubicBezTo>
                    <a:pt x="2890" y="922"/>
                    <a:pt x="2674" y="1"/>
                    <a:pt x="1491" y="1"/>
                  </a:cubicBez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9"/>
            <p:cNvSpPr/>
            <p:nvPr/>
          </p:nvSpPr>
          <p:spPr>
            <a:xfrm>
              <a:off x="7134275" y="1319188"/>
              <a:ext cx="129700" cy="71800"/>
            </a:xfrm>
            <a:custGeom>
              <a:rect b="b" l="l" r="r" t="t"/>
              <a:pathLst>
                <a:path extrusionOk="0" h="2872" w="5188">
                  <a:moveTo>
                    <a:pt x="4791" y="0"/>
                  </a:moveTo>
                  <a:cubicBezTo>
                    <a:pt x="4365" y="0"/>
                    <a:pt x="3711" y="4"/>
                    <a:pt x="3426" y="26"/>
                  </a:cubicBezTo>
                  <a:cubicBezTo>
                    <a:pt x="2026" y="132"/>
                    <a:pt x="1" y="2871"/>
                    <a:pt x="1" y="2871"/>
                  </a:cubicBezTo>
                  <a:lnTo>
                    <a:pt x="5188" y="2744"/>
                  </a:lnTo>
                  <a:lnTo>
                    <a:pt x="5188" y="1"/>
                  </a:lnTo>
                  <a:cubicBezTo>
                    <a:pt x="5188" y="1"/>
                    <a:pt x="5023" y="0"/>
                    <a:pt x="4791" y="0"/>
                  </a:cubicBez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69"/>
            <p:cNvSpPr/>
            <p:nvPr/>
          </p:nvSpPr>
          <p:spPr>
            <a:xfrm>
              <a:off x="7141525" y="1319188"/>
              <a:ext cx="122450" cy="71800"/>
            </a:xfrm>
            <a:custGeom>
              <a:rect b="b" l="l" r="r" t="t"/>
              <a:pathLst>
                <a:path extrusionOk="0" h="2872" w="4898">
                  <a:moveTo>
                    <a:pt x="4606" y="0"/>
                  </a:moveTo>
                  <a:cubicBezTo>
                    <a:pt x="4290" y="0"/>
                    <a:pt x="3794" y="4"/>
                    <a:pt x="3526" y="26"/>
                  </a:cubicBezTo>
                  <a:cubicBezTo>
                    <a:pt x="2203" y="132"/>
                    <a:pt x="1" y="2871"/>
                    <a:pt x="1" y="2871"/>
                  </a:cubicBezTo>
                  <a:lnTo>
                    <a:pt x="4898" y="2744"/>
                  </a:lnTo>
                  <a:lnTo>
                    <a:pt x="4898" y="1"/>
                  </a:lnTo>
                  <a:cubicBezTo>
                    <a:pt x="4898" y="1"/>
                    <a:pt x="4779" y="0"/>
                    <a:pt x="4606" y="0"/>
                  </a:cubicBez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69"/>
            <p:cNvSpPr/>
            <p:nvPr/>
          </p:nvSpPr>
          <p:spPr>
            <a:xfrm>
              <a:off x="7279200" y="1319188"/>
              <a:ext cx="134400" cy="68600"/>
            </a:xfrm>
            <a:custGeom>
              <a:rect b="b" l="l" r="r" t="t"/>
              <a:pathLst>
                <a:path extrusionOk="0" h="2744" w="5376">
                  <a:moveTo>
                    <a:pt x="646" y="1"/>
                  </a:moveTo>
                  <a:cubicBezTo>
                    <a:pt x="62" y="1"/>
                    <a:pt x="0" y="47"/>
                    <a:pt x="0" y="47"/>
                  </a:cubicBezTo>
                  <a:lnTo>
                    <a:pt x="0" y="2744"/>
                  </a:lnTo>
                  <a:lnTo>
                    <a:pt x="5375" y="2718"/>
                  </a:lnTo>
                  <a:cubicBezTo>
                    <a:pt x="5375" y="2718"/>
                    <a:pt x="3193" y="104"/>
                    <a:pt x="1657" y="30"/>
                  </a:cubicBezTo>
                  <a:cubicBezTo>
                    <a:pt x="1211" y="9"/>
                    <a:pt x="885" y="1"/>
                    <a:pt x="646" y="1"/>
                  </a:cubicBez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9"/>
            <p:cNvSpPr/>
            <p:nvPr/>
          </p:nvSpPr>
          <p:spPr>
            <a:xfrm>
              <a:off x="7285400" y="1319213"/>
              <a:ext cx="128200" cy="68575"/>
            </a:xfrm>
            <a:custGeom>
              <a:rect b="b" l="l" r="r" t="t"/>
              <a:pathLst>
                <a:path extrusionOk="0" h="2743" w="5128">
                  <a:moveTo>
                    <a:pt x="619" y="1"/>
                  </a:moveTo>
                  <a:cubicBezTo>
                    <a:pt x="59" y="1"/>
                    <a:pt x="0" y="46"/>
                    <a:pt x="0" y="46"/>
                  </a:cubicBezTo>
                  <a:lnTo>
                    <a:pt x="0" y="2743"/>
                  </a:lnTo>
                  <a:lnTo>
                    <a:pt x="5127" y="2717"/>
                  </a:lnTo>
                  <a:cubicBezTo>
                    <a:pt x="5127" y="2717"/>
                    <a:pt x="3044" y="103"/>
                    <a:pt x="1581" y="29"/>
                  </a:cubicBezTo>
                  <a:cubicBezTo>
                    <a:pt x="1158" y="8"/>
                    <a:pt x="847" y="1"/>
                    <a:pt x="619" y="1"/>
                  </a:cubicBez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9"/>
            <p:cNvSpPr/>
            <p:nvPr/>
          </p:nvSpPr>
          <p:spPr>
            <a:xfrm>
              <a:off x="7106600" y="1403813"/>
              <a:ext cx="2150" cy="31150"/>
            </a:xfrm>
            <a:custGeom>
              <a:rect b="b" l="l" r="r" t="t"/>
              <a:pathLst>
                <a:path extrusionOk="0" h="1246" w="86">
                  <a:moveTo>
                    <a:pt x="0" y="1"/>
                  </a:moveTo>
                  <a:lnTo>
                    <a:pt x="0" y="1246"/>
                  </a:lnTo>
                  <a:lnTo>
                    <a:pt x="85" y="1246"/>
                  </a:lnTo>
                  <a:lnTo>
                    <a:pt x="85" y="1"/>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9"/>
            <p:cNvSpPr/>
            <p:nvPr/>
          </p:nvSpPr>
          <p:spPr>
            <a:xfrm>
              <a:off x="7379325" y="1397688"/>
              <a:ext cx="2125" cy="39175"/>
            </a:xfrm>
            <a:custGeom>
              <a:rect b="b" l="l" r="r" t="t"/>
              <a:pathLst>
                <a:path extrusionOk="0" h="1567" w="85">
                  <a:moveTo>
                    <a:pt x="1" y="1"/>
                  </a:moveTo>
                  <a:lnTo>
                    <a:pt x="1" y="1566"/>
                  </a:lnTo>
                  <a:lnTo>
                    <a:pt x="85" y="1566"/>
                  </a:lnTo>
                  <a:lnTo>
                    <a:pt x="85" y="1"/>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9"/>
            <p:cNvSpPr/>
            <p:nvPr/>
          </p:nvSpPr>
          <p:spPr>
            <a:xfrm>
              <a:off x="7491350" y="1408863"/>
              <a:ext cx="114700" cy="4375"/>
            </a:xfrm>
            <a:custGeom>
              <a:rect b="b" l="l" r="r" t="t"/>
              <a:pathLst>
                <a:path extrusionOk="0" h="175" w="4588">
                  <a:moveTo>
                    <a:pt x="4586" y="1"/>
                  </a:moveTo>
                  <a:lnTo>
                    <a:pt x="1" y="90"/>
                  </a:lnTo>
                  <a:lnTo>
                    <a:pt x="2" y="175"/>
                  </a:lnTo>
                  <a:lnTo>
                    <a:pt x="4588" y="85"/>
                  </a:lnTo>
                  <a:lnTo>
                    <a:pt x="4586" y="1"/>
                  </a:ln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69"/>
            <p:cNvSpPr/>
            <p:nvPr/>
          </p:nvSpPr>
          <p:spPr>
            <a:xfrm>
              <a:off x="7484350" y="1417063"/>
              <a:ext cx="33775" cy="18825"/>
            </a:xfrm>
            <a:custGeom>
              <a:rect b="b" l="l" r="r" t="t"/>
              <a:pathLst>
                <a:path extrusionOk="0" h="753" w="1351">
                  <a:moveTo>
                    <a:pt x="11" y="0"/>
                  </a:moveTo>
                  <a:cubicBezTo>
                    <a:pt x="6" y="0"/>
                    <a:pt x="1" y="4"/>
                    <a:pt x="1" y="11"/>
                  </a:cubicBezTo>
                  <a:lnTo>
                    <a:pt x="1" y="742"/>
                  </a:lnTo>
                  <a:cubicBezTo>
                    <a:pt x="1" y="747"/>
                    <a:pt x="5" y="752"/>
                    <a:pt x="11" y="752"/>
                  </a:cubicBezTo>
                  <a:lnTo>
                    <a:pt x="1338" y="752"/>
                  </a:lnTo>
                  <a:cubicBezTo>
                    <a:pt x="1346" y="752"/>
                    <a:pt x="1351" y="747"/>
                    <a:pt x="1349" y="742"/>
                  </a:cubicBezTo>
                  <a:lnTo>
                    <a:pt x="1349" y="11"/>
                  </a:lnTo>
                  <a:cubicBezTo>
                    <a:pt x="1349" y="6"/>
                    <a:pt x="1346" y="0"/>
                    <a:pt x="1338" y="0"/>
                  </a:cubicBezTo>
                  <a:close/>
                </a:path>
              </a:pathLst>
            </a:custGeom>
            <a:solidFill>
              <a:srgbClr val="FFDF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69"/>
            <p:cNvSpPr/>
            <p:nvPr/>
          </p:nvSpPr>
          <p:spPr>
            <a:xfrm>
              <a:off x="7588150" y="1417063"/>
              <a:ext cx="33750" cy="18825"/>
            </a:xfrm>
            <a:custGeom>
              <a:rect b="b" l="l" r="r" t="t"/>
              <a:pathLst>
                <a:path extrusionOk="0" h="753" w="1350">
                  <a:moveTo>
                    <a:pt x="11" y="0"/>
                  </a:moveTo>
                  <a:cubicBezTo>
                    <a:pt x="5" y="0"/>
                    <a:pt x="0" y="4"/>
                    <a:pt x="0" y="11"/>
                  </a:cubicBezTo>
                  <a:lnTo>
                    <a:pt x="0" y="742"/>
                  </a:lnTo>
                  <a:cubicBezTo>
                    <a:pt x="0" y="747"/>
                    <a:pt x="4" y="752"/>
                    <a:pt x="11" y="752"/>
                  </a:cubicBezTo>
                  <a:lnTo>
                    <a:pt x="1338" y="752"/>
                  </a:lnTo>
                  <a:cubicBezTo>
                    <a:pt x="1344" y="752"/>
                    <a:pt x="1349" y="747"/>
                    <a:pt x="1348" y="742"/>
                  </a:cubicBezTo>
                  <a:lnTo>
                    <a:pt x="1348" y="11"/>
                  </a:lnTo>
                  <a:cubicBezTo>
                    <a:pt x="1348" y="6"/>
                    <a:pt x="1344" y="0"/>
                    <a:pt x="1338" y="0"/>
                  </a:cubicBezTo>
                  <a:close/>
                </a:path>
              </a:pathLst>
            </a:custGeom>
            <a:solidFill>
              <a:srgbClr val="FFDF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69"/>
            <p:cNvSpPr/>
            <p:nvPr/>
          </p:nvSpPr>
          <p:spPr>
            <a:xfrm>
              <a:off x="7384775" y="1319188"/>
              <a:ext cx="148075" cy="73150"/>
            </a:xfrm>
            <a:custGeom>
              <a:rect b="b" l="l" r="r" t="t"/>
              <a:pathLst>
                <a:path extrusionOk="0" h="2926" w="5923">
                  <a:moveTo>
                    <a:pt x="0" y="0"/>
                  </a:moveTo>
                  <a:cubicBezTo>
                    <a:pt x="122" y="95"/>
                    <a:pt x="1632" y="1238"/>
                    <a:pt x="2688" y="2925"/>
                  </a:cubicBezTo>
                  <a:lnTo>
                    <a:pt x="5923" y="2812"/>
                  </a:lnTo>
                  <a:cubicBezTo>
                    <a:pt x="5923" y="2812"/>
                    <a:pt x="4527" y="780"/>
                    <a:pt x="3004" y="42"/>
                  </a:cubicBezTo>
                  <a:lnTo>
                    <a:pt x="0" y="0"/>
                  </a:ln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9"/>
            <p:cNvSpPr/>
            <p:nvPr/>
          </p:nvSpPr>
          <p:spPr>
            <a:xfrm>
              <a:off x="7384800" y="1319188"/>
              <a:ext cx="142750" cy="73150"/>
            </a:xfrm>
            <a:custGeom>
              <a:rect b="b" l="l" r="r" t="t"/>
              <a:pathLst>
                <a:path extrusionOk="0" h="2926" w="5710">
                  <a:moveTo>
                    <a:pt x="0" y="0"/>
                  </a:moveTo>
                  <a:lnTo>
                    <a:pt x="0" y="0"/>
                  </a:lnTo>
                  <a:cubicBezTo>
                    <a:pt x="121" y="95"/>
                    <a:pt x="1631" y="1238"/>
                    <a:pt x="2687" y="2925"/>
                  </a:cubicBezTo>
                  <a:lnTo>
                    <a:pt x="5709" y="2820"/>
                  </a:lnTo>
                  <a:cubicBezTo>
                    <a:pt x="5709" y="2820"/>
                    <a:pt x="4330" y="778"/>
                    <a:pt x="2809" y="39"/>
                  </a:cubicBezTo>
                  <a:lnTo>
                    <a:pt x="0" y="0"/>
                  </a:ln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9"/>
            <p:cNvSpPr/>
            <p:nvPr/>
          </p:nvSpPr>
          <p:spPr>
            <a:xfrm>
              <a:off x="6846300" y="1155863"/>
              <a:ext cx="120800" cy="120750"/>
            </a:xfrm>
            <a:custGeom>
              <a:rect b="b" l="l" r="r" t="t"/>
              <a:pathLst>
                <a:path extrusionOk="0" h="4830" w="4832">
                  <a:moveTo>
                    <a:pt x="40" y="0"/>
                  </a:moveTo>
                  <a:cubicBezTo>
                    <a:pt x="17" y="0"/>
                    <a:pt x="1" y="18"/>
                    <a:pt x="1" y="39"/>
                  </a:cubicBezTo>
                  <a:lnTo>
                    <a:pt x="1" y="4791"/>
                  </a:lnTo>
                  <a:cubicBezTo>
                    <a:pt x="1" y="4813"/>
                    <a:pt x="17" y="4830"/>
                    <a:pt x="40" y="4830"/>
                  </a:cubicBezTo>
                  <a:lnTo>
                    <a:pt x="4792" y="4830"/>
                  </a:lnTo>
                  <a:cubicBezTo>
                    <a:pt x="4815" y="4830"/>
                    <a:pt x="4831" y="4813"/>
                    <a:pt x="4831" y="4791"/>
                  </a:cubicBezTo>
                  <a:lnTo>
                    <a:pt x="4831" y="39"/>
                  </a:lnTo>
                  <a:cubicBezTo>
                    <a:pt x="4831" y="18"/>
                    <a:pt x="4812" y="0"/>
                    <a:pt x="4792" y="0"/>
                  </a:cubicBezTo>
                  <a:close/>
                </a:path>
              </a:pathLst>
            </a:custGeom>
            <a:solidFill>
              <a:srgbClr val="6A85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69"/>
            <p:cNvSpPr/>
            <p:nvPr/>
          </p:nvSpPr>
          <p:spPr>
            <a:xfrm>
              <a:off x="6901725" y="1250138"/>
              <a:ext cx="5150" cy="240300"/>
            </a:xfrm>
            <a:custGeom>
              <a:rect b="b" l="l" r="r" t="t"/>
              <a:pathLst>
                <a:path extrusionOk="0" h="9612" w="206">
                  <a:moveTo>
                    <a:pt x="0" y="0"/>
                  </a:moveTo>
                  <a:lnTo>
                    <a:pt x="0" y="9612"/>
                  </a:lnTo>
                  <a:lnTo>
                    <a:pt x="206" y="9612"/>
                  </a:lnTo>
                  <a:lnTo>
                    <a:pt x="206" y="0"/>
                  </a:ln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9"/>
            <p:cNvSpPr/>
            <p:nvPr/>
          </p:nvSpPr>
          <p:spPr>
            <a:xfrm>
              <a:off x="6904625" y="1250138"/>
              <a:ext cx="5175" cy="240300"/>
            </a:xfrm>
            <a:custGeom>
              <a:rect b="b" l="l" r="r" t="t"/>
              <a:pathLst>
                <a:path extrusionOk="0" h="9612" w="207">
                  <a:moveTo>
                    <a:pt x="0" y="0"/>
                  </a:moveTo>
                  <a:lnTo>
                    <a:pt x="0" y="9612"/>
                  </a:lnTo>
                  <a:lnTo>
                    <a:pt x="207" y="9612"/>
                  </a:lnTo>
                  <a:lnTo>
                    <a:pt x="207" y="0"/>
                  </a:ln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69"/>
            <p:cNvSpPr/>
            <p:nvPr/>
          </p:nvSpPr>
          <p:spPr>
            <a:xfrm>
              <a:off x="6878750" y="1484913"/>
              <a:ext cx="55875" cy="7225"/>
            </a:xfrm>
            <a:custGeom>
              <a:rect b="b" l="l" r="r" t="t"/>
              <a:pathLst>
                <a:path extrusionOk="0" h="289" w="2235">
                  <a:moveTo>
                    <a:pt x="1" y="1"/>
                  </a:moveTo>
                  <a:lnTo>
                    <a:pt x="1" y="289"/>
                  </a:lnTo>
                  <a:lnTo>
                    <a:pt x="2235" y="289"/>
                  </a:lnTo>
                  <a:lnTo>
                    <a:pt x="2235" y="1"/>
                  </a:ln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69"/>
            <p:cNvSpPr/>
            <p:nvPr/>
          </p:nvSpPr>
          <p:spPr>
            <a:xfrm>
              <a:off x="6890950" y="1484913"/>
              <a:ext cx="43650" cy="7225"/>
            </a:xfrm>
            <a:custGeom>
              <a:rect b="b" l="l" r="r" t="t"/>
              <a:pathLst>
                <a:path extrusionOk="0" h="289" w="1746">
                  <a:moveTo>
                    <a:pt x="1" y="1"/>
                  </a:moveTo>
                  <a:lnTo>
                    <a:pt x="1" y="289"/>
                  </a:lnTo>
                  <a:lnTo>
                    <a:pt x="1746" y="289"/>
                  </a:lnTo>
                  <a:lnTo>
                    <a:pt x="1746" y="1"/>
                  </a:ln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9"/>
            <p:cNvSpPr/>
            <p:nvPr/>
          </p:nvSpPr>
          <p:spPr>
            <a:xfrm>
              <a:off x="6851825" y="1155863"/>
              <a:ext cx="120750" cy="120750"/>
            </a:xfrm>
            <a:custGeom>
              <a:rect b="b" l="l" r="r" t="t"/>
              <a:pathLst>
                <a:path extrusionOk="0" h="4830" w="4830">
                  <a:moveTo>
                    <a:pt x="39" y="0"/>
                  </a:moveTo>
                  <a:cubicBezTo>
                    <a:pt x="17" y="0"/>
                    <a:pt x="0" y="18"/>
                    <a:pt x="0" y="39"/>
                  </a:cubicBezTo>
                  <a:lnTo>
                    <a:pt x="0" y="4791"/>
                  </a:lnTo>
                  <a:cubicBezTo>
                    <a:pt x="0" y="4813"/>
                    <a:pt x="17" y="4830"/>
                    <a:pt x="39" y="4830"/>
                  </a:cubicBezTo>
                  <a:lnTo>
                    <a:pt x="4792" y="4830"/>
                  </a:lnTo>
                  <a:cubicBezTo>
                    <a:pt x="4813" y="4830"/>
                    <a:pt x="4830" y="4813"/>
                    <a:pt x="4830" y="4791"/>
                  </a:cubicBezTo>
                  <a:lnTo>
                    <a:pt x="4830" y="39"/>
                  </a:lnTo>
                  <a:cubicBezTo>
                    <a:pt x="4830" y="18"/>
                    <a:pt x="4813" y="0"/>
                    <a:pt x="4792" y="0"/>
                  </a:cubicBezTo>
                  <a:close/>
                </a:path>
              </a:pathLst>
            </a:custGeom>
            <a:solidFill>
              <a:srgbClr val="87A1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69"/>
            <p:cNvSpPr/>
            <p:nvPr/>
          </p:nvSpPr>
          <p:spPr>
            <a:xfrm>
              <a:off x="6894250" y="1180688"/>
              <a:ext cx="42475" cy="69450"/>
            </a:xfrm>
            <a:custGeom>
              <a:rect b="b" l="l" r="r" t="t"/>
              <a:pathLst>
                <a:path extrusionOk="0" h="2778" w="1699">
                  <a:moveTo>
                    <a:pt x="691" y="284"/>
                  </a:moveTo>
                  <a:cubicBezTo>
                    <a:pt x="1084" y="284"/>
                    <a:pt x="1342" y="460"/>
                    <a:pt x="1342" y="824"/>
                  </a:cubicBezTo>
                  <a:cubicBezTo>
                    <a:pt x="1342" y="1203"/>
                    <a:pt x="1080" y="1412"/>
                    <a:pt x="652" y="1412"/>
                  </a:cubicBezTo>
                  <a:cubicBezTo>
                    <a:pt x="534" y="1412"/>
                    <a:pt x="435" y="1404"/>
                    <a:pt x="357" y="1384"/>
                  </a:cubicBezTo>
                  <a:lnTo>
                    <a:pt x="356" y="1384"/>
                  </a:lnTo>
                  <a:lnTo>
                    <a:pt x="356" y="312"/>
                  </a:lnTo>
                  <a:cubicBezTo>
                    <a:pt x="417" y="295"/>
                    <a:pt x="536" y="284"/>
                    <a:pt x="691" y="284"/>
                  </a:cubicBezTo>
                  <a:close/>
                  <a:moveTo>
                    <a:pt x="684" y="1"/>
                  </a:moveTo>
                  <a:cubicBezTo>
                    <a:pt x="398" y="1"/>
                    <a:pt x="173" y="25"/>
                    <a:pt x="1" y="54"/>
                  </a:cubicBezTo>
                  <a:lnTo>
                    <a:pt x="1" y="2777"/>
                  </a:lnTo>
                  <a:lnTo>
                    <a:pt x="357" y="2777"/>
                  </a:lnTo>
                  <a:lnTo>
                    <a:pt x="357" y="1673"/>
                  </a:lnTo>
                  <a:cubicBezTo>
                    <a:pt x="439" y="1694"/>
                    <a:pt x="538" y="1698"/>
                    <a:pt x="644" y="1698"/>
                  </a:cubicBezTo>
                  <a:cubicBezTo>
                    <a:pt x="991" y="1698"/>
                    <a:pt x="1298" y="1596"/>
                    <a:pt x="1486" y="1395"/>
                  </a:cubicBezTo>
                  <a:cubicBezTo>
                    <a:pt x="1624" y="1253"/>
                    <a:pt x="1699" y="1057"/>
                    <a:pt x="1699" y="807"/>
                  </a:cubicBezTo>
                  <a:cubicBezTo>
                    <a:pt x="1699" y="561"/>
                    <a:pt x="1609" y="361"/>
                    <a:pt x="1457" y="231"/>
                  </a:cubicBezTo>
                  <a:cubicBezTo>
                    <a:pt x="1293" y="82"/>
                    <a:pt x="1035" y="1"/>
                    <a:pt x="684" y="1"/>
                  </a:cubicBezTo>
                  <a:close/>
                </a:path>
              </a:pathLst>
            </a:custGeom>
            <a:solidFill>
              <a:srgbClr val="EF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69"/>
            <p:cNvSpPr/>
            <p:nvPr/>
          </p:nvSpPr>
          <p:spPr>
            <a:xfrm>
              <a:off x="7469725" y="1326188"/>
              <a:ext cx="133575" cy="72325"/>
            </a:xfrm>
            <a:custGeom>
              <a:rect b="b" l="l" r="r" t="t"/>
              <a:pathLst>
                <a:path extrusionOk="0" h="2893" w="5343">
                  <a:moveTo>
                    <a:pt x="5343" y="0"/>
                  </a:moveTo>
                  <a:lnTo>
                    <a:pt x="868" y="43"/>
                  </a:lnTo>
                  <a:lnTo>
                    <a:pt x="0" y="2893"/>
                  </a:lnTo>
                  <a:lnTo>
                    <a:pt x="4681" y="2854"/>
                  </a:lnTo>
                  <a:lnTo>
                    <a:pt x="5343" y="0"/>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69"/>
            <p:cNvSpPr/>
            <p:nvPr/>
          </p:nvSpPr>
          <p:spPr>
            <a:xfrm>
              <a:off x="7583900" y="1317513"/>
              <a:ext cx="50700" cy="48400"/>
            </a:xfrm>
            <a:custGeom>
              <a:rect b="b" l="l" r="r" t="t"/>
              <a:pathLst>
                <a:path extrusionOk="0" h="1936" w="2028">
                  <a:moveTo>
                    <a:pt x="1631" y="1"/>
                  </a:moveTo>
                  <a:cubicBezTo>
                    <a:pt x="1631" y="1"/>
                    <a:pt x="1047" y="1204"/>
                    <a:pt x="524" y="1489"/>
                  </a:cubicBezTo>
                  <a:cubicBezTo>
                    <a:pt x="0" y="1774"/>
                    <a:pt x="886" y="1936"/>
                    <a:pt x="886" y="1936"/>
                  </a:cubicBezTo>
                  <a:cubicBezTo>
                    <a:pt x="886" y="1936"/>
                    <a:pt x="1771" y="1343"/>
                    <a:pt x="1900" y="779"/>
                  </a:cubicBezTo>
                  <a:cubicBezTo>
                    <a:pt x="2027" y="215"/>
                    <a:pt x="1631" y="1"/>
                    <a:pt x="1631"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69"/>
            <p:cNvSpPr/>
            <p:nvPr/>
          </p:nvSpPr>
          <p:spPr>
            <a:xfrm>
              <a:off x="7606450" y="1308738"/>
              <a:ext cx="48150" cy="47900"/>
            </a:xfrm>
            <a:custGeom>
              <a:rect b="b" l="l" r="r" t="t"/>
              <a:pathLst>
                <a:path extrusionOk="0" h="1916" w="1926">
                  <a:moveTo>
                    <a:pt x="1104" y="0"/>
                  </a:moveTo>
                  <a:cubicBezTo>
                    <a:pt x="581" y="0"/>
                    <a:pt x="0" y="1403"/>
                    <a:pt x="0" y="1403"/>
                  </a:cubicBezTo>
                  <a:lnTo>
                    <a:pt x="729" y="1915"/>
                  </a:lnTo>
                  <a:cubicBezTo>
                    <a:pt x="729" y="1915"/>
                    <a:pt x="1926" y="713"/>
                    <a:pt x="1343" y="113"/>
                  </a:cubicBezTo>
                  <a:cubicBezTo>
                    <a:pt x="1266" y="35"/>
                    <a:pt x="1186" y="0"/>
                    <a:pt x="1104" y="0"/>
                  </a:cubicBezTo>
                  <a:close/>
                </a:path>
              </a:pathLst>
            </a:custGeom>
            <a:solidFill>
              <a:srgbClr val="FFB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69"/>
            <p:cNvSpPr/>
            <p:nvPr/>
          </p:nvSpPr>
          <p:spPr>
            <a:xfrm>
              <a:off x="7677400" y="1520563"/>
              <a:ext cx="24525" cy="21100"/>
            </a:xfrm>
            <a:custGeom>
              <a:rect b="b" l="l" r="r" t="t"/>
              <a:pathLst>
                <a:path extrusionOk="0" h="844" w="981">
                  <a:moveTo>
                    <a:pt x="731" y="1"/>
                  </a:moveTo>
                  <a:cubicBezTo>
                    <a:pt x="724" y="1"/>
                    <a:pt x="717" y="3"/>
                    <a:pt x="711" y="9"/>
                  </a:cubicBezTo>
                  <a:cubicBezTo>
                    <a:pt x="622" y="97"/>
                    <a:pt x="527" y="119"/>
                    <a:pt x="452" y="119"/>
                  </a:cubicBezTo>
                  <a:cubicBezTo>
                    <a:pt x="380" y="119"/>
                    <a:pt x="326" y="99"/>
                    <a:pt x="308" y="99"/>
                  </a:cubicBezTo>
                  <a:cubicBezTo>
                    <a:pt x="296" y="99"/>
                    <a:pt x="301" y="108"/>
                    <a:pt x="330" y="138"/>
                  </a:cubicBezTo>
                  <a:cubicBezTo>
                    <a:pt x="536" y="359"/>
                    <a:pt x="114" y="505"/>
                    <a:pt x="62" y="594"/>
                  </a:cubicBezTo>
                  <a:cubicBezTo>
                    <a:pt x="18" y="670"/>
                    <a:pt x="0" y="819"/>
                    <a:pt x="136" y="840"/>
                  </a:cubicBezTo>
                  <a:cubicBezTo>
                    <a:pt x="152" y="843"/>
                    <a:pt x="169" y="844"/>
                    <a:pt x="187" y="844"/>
                  </a:cubicBezTo>
                  <a:cubicBezTo>
                    <a:pt x="463" y="844"/>
                    <a:pt x="938" y="572"/>
                    <a:pt x="962" y="379"/>
                  </a:cubicBezTo>
                  <a:cubicBezTo>
                    <a:pt x="980" y="241"/>
                    <a:pt x="808" y="1"/>
                    <a:pt x="731" y="1"/>
                  </a:cubicBezTo>
                  <a:close/>
                </a:path>
              </a:pathLst>
            </a:custGeom>
            <a:solidFill>
              <a:srgbClr val="FC9E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69"/>
            <p:cNvSpPr/>
            <p:nvPr/>
          </p:nvSpPr>
          <p:spPr>
            <a:xfrm>
              <a:off x="7610075" y="1377388"/>
              <a:ext cx="88275" cy="151875"/>
            </a:xfrm>
            <a:custGeom>
              <a:rect b="b" l="l" r="r" t="t"/>
              <a:pathLst>
                <a:path extrusionOk="0" h="6075" w="3531">
                  <a:moveTo>
                    <a:pt x="1462" y="1"/>
                  </a:moveTo>
                  <a:lnTo>
                    <a:pt x="0" y="836"/>
                  </a:lnTo>
                  <a:cubicBezTo>
                    <a:pt x="0" y="836"/>
                    <a:pt x="435" y="2148"/>
                    <a:pt x="643" y="2708"/>
                  </a:cubicBezTo>
                  <a:cubicBezTo>
                    <a:pt x="643" y="2708"/>
                    <a:pt x="648" y="2723"/>
                    <a:pt x="657" y="2742"/>
                  </a:cubicBezTo>
                  <a:cubicBezTo>
                    <a:pt x="666" y="2765"/>
                    <a:pt x="673" y="2788"/>
                    <a:pt x="682" y="2807"/>
                  </a:cubicBezTo>
                  <a:cubicBezTo>
                    <a:pt x="788" y="3089"/>
                    <a:pt x="979" y="3643"/>
                    <a:pt x="1087" y="3815"/>
                  </a:cubicBezTo>
                  <a:cubicBezTo>
                    <a:pt x="1274" y="4115"/>
                    <a:pt x="2971" y="6075"/>
                    <a:pt x="2971" y="6075"/>
                  </a:cubicBezTo>
                  <a:cubicBezTo>
                    <a:pt x="2971" y="6075"/>
                    <a:pt x="2975" y="6075"/>
                    <a:pt x="2983" y="6075"/>
                  </a:cubicBezTo>
                  <a:cubicBezTo>
                    <a:pt x="3047" y="6075"/>
                    <a:pt x="3357" y="6057"/>
                    <a:pt x="3531" y="5717"/>
                  </a:cubicBezTo>
                  <a:cubicBezTo>
                    <a:pt x="3531" y="5717"/>
                    <a:pt x="2839" y="3636"/>
                    <a:pt x="2108" y="3079"/>
                  </a:cubicBezTo>
                  <a:cubicBezTo>
                    <a:pt x="2108" y="3079"/>
                    <a:pt x="1788" y="731"/>
                    <a:pt x="1462"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9"/>
            <p:cNvSpPr/>
            <p:nvPr/>
          </p:nvSpPr>
          <p:spPr>
            <a:xfrm>
              <a:off x="7573400" y="1535113"/>
              <a:ext cx="28650" cy="17275"/>
            </a:xfrm>
            <a:custGeom>
              <a:rect b="b" l="l" r="r" t="t"/>
              <a:pathLst>
                <a:path extrusionOk="0" h="691" w="1146">
                  <a:moveTo>
                    <a:pt x="641" y="1"/>
                  </a:moveTo>
                  <a:cubicBezTo>
                    <a:pt x="635" y="1"/>
                    <a:pt x="636" y="14"/>
                    <a:pt x="642" y="48"/>
                  </a:cubicBezTo>
                  <a:cubicBezTo>
                    <a:pt x="698" y="344"/>
                    <a:pt x="264" y="243"/>
                    <a:pt x="171" y="290"/>
                  </a:cubicBezTo>
                  <a:cubicBezTo>
                    <a:pt x="94" y="332"/>
                    <a:pt x="0" y="448"/>
                    <a:pt x="104" y="538"/>
                  </a:cubicBezTo>
                  <a:cubicBezTo>
                    <a:pt x="218" y="636"/>
                    <a:pt x="462" y="690"/>
                    <a:pt x="678" y="690"/>
                  </a:cubicBezTo>
                  <a:cubicBezTo>
                    <a:pt x="844" y="690"/>
                    <a:pt x="993" y="658"/>
                    <a:pt x="1051" y="588"/>
                  </a:cubicBezTo>
                  <a:cubicBezTo>
                    <a:pt x="1146" y="474"/>
                    <a:pt x="1117" y="140"/>
                    <a:pt x="1041" y="140"/>
                  </a:cubicBezTo>
                  <a:cubicBezTo>
                    <a:pt x="1039" y="140"/>
                    <a:pt x="1037" y="141"/>
                    <a:pt x="1035" y="141"/>
                  </a:cubicBezTo>
                  <a:cubicBezTo>
                    <a:pt x="1004" y="148"/>
                    <a:pt x="975" y="151"/>
                    <a:pt x="948" y="151"/>
                  </a:cubicBezTo>
                  <a:cubicBezTo>
                    <a:pt x="753" y="151"/>
                    <a:pt x="661" y="1"/>
                    <a:pt x="641" y="1"/>
                  </a:cubicBezTo>
                  <a:close/>
                </a:path>
              </a:pathLst>
            </a:custGeom>
            <a:solidFill>
              <a:srgbClr val="FC9E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69"/>
            <p:cNvSpPr/>
            <p:nvPr/>
          </p:nvSpPr>
          <p:spPr>
            <a:xfrm>
              <a:off x="7575825" y="1389613"/>
              <a:ext cx="57350" cy="152775"/>
            </a:xfrm>
            <a:custGeom>
              <a:rect b="b" l="l" r="r" t="t"/>
              <a:pathLst>
                <a:path extrusionOk="0" h="6111" w="2294">
                  <a:moveTo>
                    <a:pt x="675" y="0"/>
                  </a:moveTo>
                  <a:cubicBezTo>
                    <a:pt x="675" y="0"/>
                    <a:pt x="341" y="1342"/>
                    <a:pt x="219" y="1927"/>
                  </a:cubicBezTo>
                  <a:cubicBezTo>
                    <a:pt x="219" y="1927"/>
                    <a:pt x="215" y="1941"/>
                    <a:pt x="211" y="1963"/>
                  </a:cubicBezTo>
                  <a:cubicBezTo>
                    <a:pt x="206" y="1986"/>
                    <a:pt x="202" y="2010"/>
                    <a:pt x="198" y="2030"/>
                  </a:cubicBezTo>
                  <a:cubicBezTo>
                    <a:pt x="140" y="2326"/>
                    <a:pt x="5" y="2896"/>
                    <a:pt x="4" y="3099"/>
                  </a:cubicBezTo>
                  <a:cubicBezTo>
                    <a:pt x="1" y="3452"/>
                    <a:pt x="391" y="6016"/>
                    <a:pt x="391" y="6016"/>
                  </a:cubicBezTo>
                  <a:cubicBezTo>
                    <a:pt x="391" y="6016"/>
                    <a:pt x="520" y="6110"/>
                    <a:pt x="715" y="6110"/>
                  </a:cubicBezTo>
                  <a:cubicBezTo>
                    <a:pt x="814" y="6110"/>
                    <a:pt x="931" y="6086"/>
                    <a:pt x="1055" y="6012"/>
                  </a:cubicBezTo>
                  <a:cubicBezTo>
                    <a:pt x="1055" y="6012"/>
                    <a:pt x="1581" y="3882"/>
                    <a:pt x="1261" y="3022"/>
                  </a:cubicBezTo>
                  <a:cubicBezTo>
                    <a:pt x="1260" y="3022"/>
                    <a:pt x="2181" y="827"/>
                    <a:pt x="2293" y="36"/>
                  </a:cubicBezTo>
                  <a:lnTo>
                    <a:pt x="675" y="0"/>
                  </a:ln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69"/>
            <p:cNvSpPr/>
            <p:nvPr/>
          </p:nvSpPr>
          <p:spPr>
            <a:xfrm>
              <a:off x="7589275" y="1308738"/>
              <a:ext cx="64100" cy="87150"/>
            </a:xfrm>
            <a:custGeom>
              <a:rect b="b" l="l" r="r" t="t"/>
              <a:pathLst>
                <a:path extrusionOk="0" h="3486" w="2564">
                  <a:moveTo>
                    <a:pt x="1563" y="0"/>
                  </a:moveTo>
                  <a:cubicBezTo>
                    <a:pt x="1288" y="0"/>
                    <a:pt x="978" y="69"/>
                    <a:pt x="723" y="122"/>
                  </a:cubicBezTo>
                  <a:cubicBezTo>
                    <a:pt x="343" y="201"/>
                    <a:pt x="127" y="439"/>
                    <a:pt x="147" y="1389"/>
                  </a:cubicBezTo>
                  <a:cubicBezTo>
                    <a:pt x="155" y="1805"/>
                    <a:pt x="1" y="2823"/>
                    <a:pt x="187" y="3302"/>
                  </a:cubicBezTo>
                  <a:cubicBezTo>
                    <a:pt x="187" y="3302"/>
                    <a:pt x="484" y="3485"/>
                    <a:pt x="1047" y="3485"/>
                  </a:cubicBezTo>
                  <a:cubicBezTo>
                    <a:pt x="1402" y="3485"/>
                    <a:pt x="1861" y="3413"/>
                    <a:pt x="2418" y="3176"/>
                  </a:cubicBezTo>
                  <a:cubicBezTo>
                    <a:pt x="2418" y="3176"/>
                    <a:pt x="2418" y="3176"/>
                    <a:pt x="2418" y="3176"/>
                  </a:cubicBezTo>
                  <a:cubicBezTo>
                    <a:pt x="2418" y="3176"/>
                    <a:pt x="2564" y="1792"/>
                    <a:pt x="2257" y="444"/>
                  </a:cubicBezTo>
                  <a:cubicBezTo>
                    <a:pt x="2178" y="100"/>
                    <a:pt x="1896" y="0"/>
                    <a:pt x="156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9"/>
            <p:cNvSpPr/>
            <p:nvPr/>
          </p:nvSpPr>
          <p:spPr>
            <a:xfrm>
              <a:off x="7553375" y="1321388"/>
              <a:ext cx="53475" cy="43725"/>
            </a:xfrm>
            <a:custGeom>
              <a:rect b="b" l="l" r="r" t="t"/>
              <a:pathLst>
                <a:path extrusionOk="0" h="1749" w="2139">
                  <a:moveTo>
                    <a:pt x="1760" y="0"/>
                  </a:moveTo>
                  <a:cubicBezTo>
                    <a:pt x="1760" y="0"/>
                    <a:pt x="1090" y="1078"/>
                    <a:pt x="545" y="1302"/>
                  </a:cubicBezTo>
                  <a:cubicBezTo>
                    <a:pt x="1" y="1527"/>
                    <a:pt x="872" y="1748"/>
                    <a:pt x="872" y="1748"/>
                  </a:cubicBezTo>
                  <a:cubicBezTo>
                    <a:pt x="872" y="1748"/>
                    <a:pt x="1799" y="1265"/>
                    <a:pt x="1970" y="748"/>
                  </a:cubicBezTo>
                  <a:cubicBezTo>
                    <a:pt x="2139" y="233"/>
                    <a:pt x="1760" y="0"/>
                    <a:pt x="1760" y="0"/>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9"/>
            <p:cNvSpPr/>
            <p:nvPr/>
          </p:nvSpPr>
          <p:spPr>
            <a:xfrm>
              <a:off x="7577200" y="1313913"/>
              <a:ext cx="49300" cy="44025"/>
            </a:xfrm>
            <a:custGeom>
              <a:rect b="b" l="l" r="r" t="t"/>
              <a:pathLst>
                <a:path extrusionOk="0" h="1761" w="1972">
                  <a:moveTo>
                    <a:pt x="1183" y="0"/>
                  </a:moveTo>
                  <a:cubicBezTo>
                    <a:pt x="664" y="0"/>
                    <a:pt x="2" y="1223"/>
                    <a:pt x="1" y="1223"/>
                  </a:cubicBezTo>
                  <a:lnTo>
                    <a:pt x="687" y="1760"/>
                  </a:lnTo>
                  <a:cubicBezTo>
                    <a:pt x="687" y="1760"/>
                    <a:pt x="1972" y="732"/>
                    <a:pt x="1437" y="125"/>
                  </a:cubicBezTo>
                  <a:cubicBezTo>
                    <a:pt x="1359" y="38"/>
                    <a:pt x="1273" y="0"/>
                    <a:pt x="1183" y="0"/>
                  </a:cubicBezTo>
                  <a:close/>
                </a:path>
              </a:pathLst>
            </a:custGeom>
            <a:solidFill>
              <a:srgbClr val="FFB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69"/>
            <p:cNvSpPr/>
            <p:nvPr/>
          </p:nvSpPr>
          <p:spPr>
            <a:xfrm>
              <a:off x="7533425" y="1320363"/>
              <a:ext cx="26475" cy="23925"/>
            </a:xfrm>
            <a:custGeom>
              <a:rect b="b" l="l" r="r" t="t"/>
              <a:pathLst>
                <a:path extrusionOk="0" h="957" w="1059">
                  <a:moveTo>
                    <a:pt x="190" y="1"/>
                  </a:moveTo>
                  <a:cubicBezTo>
                    <a:pt x="180" y="1"/>
                    <a:pt x="170" y="3"/>
                    <a:pt x="158" y="8"/>
                  </a:cubicBezTo>
                  <a:cubicBezTo>
                    <a:pt x="134" y="21"/>
                    <a:pt x="114" y="17"/>
                    <a:pt x="89" y="19"/>
                  </a:cubicBezTo>
                  <a:cubicBezTo>
                    <a:pt x="77" y="21"/>
                    <a:pt x="64" y="23"/>
                    <a:pt x="57" y="32"/>
                  </a:cubicBezTo>
                  <a:cubicBezTo>
                    <a:pt x="52" y="36"/>
                    <a:pt x="49" y="41"/>
                    <a:pt x="47" y="47"/>
                  </a:cubicBezTo>
                  <a:cubicBezTo>
                    <a:pt x="41" y="57"/>
                    <a:pt x="33" y="67"/>
                    <a:pt x="23" y="75"/>
                  </a:cubicBezTo>
                  <a:cubicBezTo>
                    <a:pt x="17" y="80"/>
                    <a:pt x="10" y="85"/>
                    <a:pt x="6" y="91"/>
                  </a:cubicBezTo>
                  <a:cubicBezTo>
                    <a:pt x="1" y="101"/>
                    <a:pt x="1" y="112"/>
                    <a:pt x="3" y="122"/>
                  </a:cubicBezTo>
                  <a:cubicBezTo>
                    <a:pt x="12" y="148"/>
                    <a:pt x="20" y="173"/>
                    <a:pt x="32" y="198"/>
                  </a:cubicBezTo>
                  <a:cubicBezTo>
                    <a:pt x="44" y="226"/>
                    <a:pt x="53" y="258"/>
                    <a:pt x="69" y="285"/>
                  </a:cubicBezTo>
                  <a:cubicBezTo>
                    <a:pt x="82" y="308"/>
                    <a:pt x="98" y="327"/>
                    <a:pt x="110" y="349"/>
                  </a:cubicBezTo>
                  <a:cubicBezTo>
                    <a:pt x="166" y="452"/>
                    <a:pt x="319" y="652"/>
                    <a:pt x="326" y="658"/>
                  </a:cubicBezTo>
                  <a:cubicBezTo>
                    <a:pt x="380" y="725"/>
                    <a:pt x="539" y="876"/>
                    <a:pt x="602" y="923"/>
                  </a:cubicBezTo>
                  <a:cubicBezTo>
                    <a:pt x="642" y="951"/>
                    <a:pt x="812" y="957"/>
                    <a:pt x="933" y="957"/>
                  </a:cubicBezTo>
                  <a:cubicBezTo>
                    <a:pt x="1004" y="957"/>
                    <a:pt x="1058" y="955"/>
                    <a:pt x="1058" y="955"/>
                  </a:cubicBezTo>
                  <a:cubicBezTo>
                    <a:pt x="1039" y="955"/>
                    <a:pt x="975" y="863"/>
                    <a:pt x="964" y="851"/>
                  </a:cubicBezTo>
                  <a:cubicBezTo>
                    <a:pt x="860" y="737"/>
                    <a:pt x="738" y="640"/>
                    <a:pt x="663" y="504"/>
                  </a:cubicBezTo>
                  <a:cubicBezTo>
                    <a:pt x="627" y="441"/>
                    <a:pt x="603" y="368"/>
                    <a:pt x="603" y="295"/>
                  </a:cubicBezTo>
                  <a:cubicBezTo>
                    <a:pt x="603" y="252"/>
                    <a:pt x="612" y="209"/>
                    <a:pt x="622" y="168"/>
                  </a:cubicBezTo>
                  <a:cubicBezTo>
                    <a:pt x="625" y="152"/>
                    <a:pt x="628" y="132"/>
                    <a:pt x="616" y="121"/>
                  </a:cubicBezTo>
                  <a:cubicBezTo>
                    <a:pt x="611" y="118"/>
                    <a:pt x="606" y="116"/>
                    <a:pt x="600" y="116"/>
                  </a:cubicBezTo>
                  <a:cubicBezTo>
                    <a:pt x="592" y="116"/>
                    <a:pt x="583" y="120"/>
                    <a:pt x="576" y="125"/>
                  </a:cubicBezTo>
                  <a:cubicBezTo>
                    <a:pt x="546" y="146"/>
                    <a:pt x="537" y="187"/>
                    <a:pt x="520" y="219"/>
                  </a:cubicBezTo>
                  <a:cubicBezTo>
                    <a:pt x="509" y="239"/>
                    <a:pt x="488" y="273"/>
                    <a:pt x="463" y="280"/>
                  </a:cubicBezTo>
                  <a:cubicBezTo>
                    <a:pt x="461" y="280"/>
                    <a:pt x="458" y="281"/>
                    <a:pt x="456" y="281"/>
                  </a:cubicBezTo>
                  <a:cubicBezTo>
                    <a:pt x="434" y="281"/>
                    <a:pt x="411" y="263"/>
                    <a:pt x="397" y="250"/>
                  </a:cubicBezTo>
                  <a:cubicBezTo>
                    <a:pt x="347" y="203"/>
                    <a:pt x="309" y="145"/>
                    <a:pt x="274" y="86"/>
                  </a:cubicBezTo>
                  <a:cubicBezTo>
                    <a:pt x="251" y="48"/>
                    <a:pt x="232" y="1"/>
                    <a:pt x="190"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69"/>
            <p:cNvSpPr/>
            <p:nvPr/>
          </p:nvSpPr>
          <p:spPr>
            <a:xfrm>
              <a:off x="7541575" y="1335613"/>
              <a:ext cx="36750" cy="30575"/>
            </a:xfrm>
            <a:custGeom>
              <a:rect b="b" l="l" r="r" t="t"/>
              <a:pathLst>
                <a:path extrusionOk="0" h="1223" w="1470">
                  <a:moveTo>
                    <a:pt x="335" y="1"/>
                  </a:moveTo>
                  <a:lnTo>
                    <a:pt x="0" y="48"/>
                  </a:lnTo>
                  <a:cubicBezTo>
                    <a:pt x="0" y="48"/>
                    <a:pt x="687" y="991"/>
                    <a:pt x="1076" y="1184"/>
                  </a:cubicBezTo>
                  <a:cubicBezTo>
                    <a:pt x="1132" y="1211"/>
                    <a:pt x="1180" y="1223"/>
                    <a:pt x="1221" y="1223"/>
                  </a:cubicBezTo>
                  <a:cubicBezTo>
                    <a:pt x="1468" y="1223"/>
                    <a:pt x="1468" y="797"/>
                    <a:pt x="1469" y="797"/>
                  </a:cubicBezTo>
                  <a:lnTo>
                    <a:pt x="335" y="1"/>
                  </a:ln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69"/>
            <p:cNvSpPr/>
            <p:nvPr/>
          </p:nvSpPr>
          <p:spPr>
            <a:xfrm>
              <a:off x="7611600" y="1308088"/>
              <a:ext cx="19550" cy="7750"/>
            </a:xfrm>
            <a:custGeom>
              <a:rect b="b" l="l" r="r" t="t"/>
              <a:pathLst>
                <a:path extrusionOk="0" h="310" w="782">
                  <a:moveTo>
                    <a:pt x="390" y="1"/>
                  </a:moveTo>
                  <a:cubicBezTo>
                    <a:pt x="176" y="1"/>
                    <a:pt x="1" y="70"/>
                    <a:pt x="1" y="155"/>
                  </a:cubicBezTo>
                  <a:cubicBezTo>
                    <a:pt x="1" y="241"/>
                    <a:pt x="176" y="309"/>
                    <a:pt x="390" y="309"/>
                  </a:cubicBezTo>
                  <a:cubicBezTo>
                    <a:pt x="606" y="309"/>
                    <a:pt x="781" y="241"/>
                    <a:pt x="781" y="155"/>
                  </a:cubicBezTo>
                  <a:cubicBezTo>
                    <a:pt x="781" y="70"/>
                    <a:pt x="606" y="1"/>
                    <a:pt x="390"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9"/>
            <p:cNvSpPr/>
            <p:nvPr/>
          </p:nvSpPr>
          <p:spPr>
            <a:xfrm>
              <a:off x="7611675" y="1297838"/>
              <a:ext cx="19475" cy="17125"/>
            </a:xfrm>
            <a:custGeom>
              <a:rect b="b" l="l" r="r" t="t"/>
              <a:pathLst>
                <a:path extrusionOk="0" h="685" w="779">
                  <a:moveTo>
                    <a:pt x="696" y="1"/>
                  </a:moveTo>
                  <a:lnTo>
                    <a:pt x="66" y="113"/>
                  </a:lnTo>
                  <a:cubicBezTo>
                    <a:pt x="66" y="113"/>
                    <a:pt x="216" y="289"/>
                    <a:pt x="1" y="550"/>
                  </a:cubicBezTo>
                  <a:cubicBezTo>
                    <a:pt x="1" y="550"/>
                    <a:pt x="225" y="684"/>
                    <a:pt x="455" y="684"/>
                  </a:cubicBezTo>
                  <a:cubicBezTo>
                    <a:pt x="571" y="684"/>
                    <a:pt x="688" y="650"/>
                    <a:pt x="778" y="548"/>
                  </a:cubicBezTo>
                  <a:cubicBezTo>
                    <a:pt x="778" y="548"/>
                    <a:pt x="631" y="326"/>
                    <a:pt x="696"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9"/>
            <p:cNvSpPr/>
            <p:nvPr/>
          </p:nvSpPr>
          <p:spPr>
            <a:xfrm>
              <a:off x="7603950" y="1268763"/>
              <a:ext cx="32925" cy="33275"/>
            </a:xfrm>
            <a:custGeom>
              <a:rect b="b" l="l" r="r" t="t"/>
              <a:pathLst>
                <a:path extrusionOk="0" h="1331" w="1317">
                  <a:moveTo>
                    <a:pt x="184" y="0"/>
                  </a:moveTo>
                  <a:cubicBezTo>
                    <a:pt x="172" y="0"/>
                    <a:pt x="161" y="2"/>
                    <a:pt x="151" y="5"/>
                  </a:cubicBezTo>
                  <a:cubicBezTo>
                    <a:pt x="151" y="5"/>
                    <a:pt x="32" y="324"/>
                    <a:pt x="17" y="664"/>
                  </a:cubicBezTo>
                  <a:cubicBezTo>
                    <a:pt x="1" y="1067"/>
                    <a:pt x="90" y="1330"/>
                    <a:pt x="443" y="1330"/>
                  </a:cubicBezTo>
                  <a:cubicBezTo>
                    <a:pt x="527" y="1330"/>
                    <a:pt x="626" y="1315"/>
                    <a:pt x="743" y="1283"/>
                  </a:cubicBezTo>
                  <a:cubicBezTo>
                    <a:pt x="1316" y="1128"/>
                    <a:pt x="502" y="0"/>
                    <a:pt x="184" y="0"/>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9"/>
            <p:cNvSpPr/>
            <p:nvPr/>
          </p:nvSpPr>
          <p:spPr>
            <a:xfrm>
              <a:off x="7614050" y="1301088"/>
              <a:ext cx="9700" cy="1600"/>
            </a:xfrm>
            <a:custGeom>
              <a:rect b="b" l="l" r="r" t="t"/>
              <a:pathLst>
                <a:path extrusionOk="0" h="64" w="388">
                  <a:moveTo>
                    <a:pt x="295" y="1"/>
                  </a:moveTo>
                  <a:cubicBezTo>
                    <a:pt x="187" y="32"/>
                    <a:pt x="0" y="35"/>
                    <a:pt x="0" y="35"/>
                  </a:cubicBezTo>
                  <a:cubicBezTo>
                    <a:pt x="60" y="57"/>
                    <a:pt x="125" y="64"/>
                    <a:pt x="184" y="64"/>
                  </a:cubicBezTo>
                  <a:cubicBezTo>
                    <a:pt x="295" y="64"/>
                    <a:pt x="387" y="38"/>
                    <a:pt x="386" y="37"/>
                  </a:cubicBezTo>
                  <a:cubicBezTo>
                    <a:pt x="355" y="20"/>
                    <a:pt x="295" y="1"/>
                    <a:pt x="295" y="1"/>
                  </a:cubicBezTo>
                  <a:close/>
                </a:path>
              </a:pathLst>
            </a:custGeom>
            <a:solidFill>
              <a:srgbClr val="602C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69"/>
            <p:cNvSpPr/>
            <p:nvPr/>
          </p:nvSpPr>
          <p:spPr>
            <a:xfrm>
              <a:off x="7605225" y="1260913"/>
              <a:ext cx="35325" cy="41350"/>
            </a:xfrm>
            <a:custGeom>
              <a:rect b="b" l="l" r="r" t="t"/>
              <a:pathLst>
                <a:path extrusionOk="0" h="1654" w="1413">
                  <a:moveTo>
                    <a:pt x="581" y="0"/>
                  </a:moveTo>
                  <a:cubicBezTo>
                    <a:pt x="273" y="0"/>
                    <a:pt x="50" y="152"/>
                    <a:pt x="13" y="353"/>
                  </a:cubicBezTo>
                  <a:cubicBezTo>
                    <a:pt x="1" y="428"/>
                    <a:pt x="18" y="439"/>
                    <a:pt x="149" y="508"/>
                  </a:cubicBezTo>
                  <a:cubicBezTo>
                    <a:pt x="280" y="576"/>
                    <a:pt x="53" y="894"/>
                    <a:pt x="353" y="1051"/>
                  </a:cubicBezTo>
                  <a:cubicBezTo>
                    <a:pt x="488" y="1120"/>
                    <a:pt x="466" y="1597"/>
                    <a:pt x="739" y="1646"/>
                  </a:cubicBezTo>
                  <a:cubicBezTo>
                    <a:pt x="768" y="1651"/>
                    <a:pt x="796" y="1654"/>
                    <a:pt x="823" y="1654"/>
                  </a:cubicBezTo>
                  <a:cubicBezTo>
                    <a:pt x="1064" y="1654"/>
                    <a:pt x="1217" y="1443"/>
                    <a:pt x="1328" y="827"/>
                  </a:cubicBezTo>
                  <a:cubicBezTo>
                    <a:pt x="1413" y="348"/>
                    <a:pt x="1242" y="118"/>
                    <a:pt x="794" y="23"/>
                  </a:cubicBezTo>
                  <a:cubicBezTo>
                    <a:pt x="719" y="8"/>
                    <a:pt x="648" y="0"/>
                    <a:pt x="581"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69"/>
            <p:cNvSpPr/>
            <p:nvPr/>
          </p:nvSpPr>
          <p:spPr>
            <a:xfrm>
              <a:off x="7611675" y="1283238"/>
              <a:ext cx="9625" cy="9500"/>
            </a:xfrm>
            <a:custGeom>
              <a:rect b="b" l="l" r="r" t="t"/>
              <a:pathLst>
                <a:path extrusionOk="0" h="380" w="385">
                  <a:moveTo>
                    <a:pt x="215" y="0"/>
                  </a:moveTo>
                  <a:cubicBezTo>
                    <a:pt x="103" y="0"/>
                    <a:pt x="1" y="236"/>
                    <a:pt x="1" y="236"/>
                  </a:cubicBezTo>
                  <a:lnTo>
                    <a:pt x="157" y="380"/>
                  </a:lnTo>
                  <a:cubicBezTo>
                    <a:pt x="157" y="380"/>
                    <a:pt x="384" y="144"/>
                    <a:pt x="288" y="39"/>
                  </a:cubicBezTo>
                  <a:cubicBezTo>
                    <a:pt x="264" y="12"/>
                    <a:pt x="239" y="0"/>
                    <a:pt x="215" y="0"/>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9"/>
            <p:cNvSpPr/>
            <p:nvPr/>
          </p:nvSpPr>
          <p:spPr>
            <a:xfrm>
              <a:off x="7591400" y="1384138"/>
              <a:ext cx="59975" cy="12700"/>
            </a:xfrm>
            <a:custGeom>
              <a:rect b="b" l="l" r="r" t="t"/>
              <a:pathLst>
                <a:path extrusionOk="0" h="508" w="2399">
                  <a:moveTo>
                    <a:pt x="2334" y="1"/>
                  </a:moveTo>
                  <a:cubicBezTo>
                    <a:pt x="2334" y="1"/>
                    <a:pt x="1752" y="224"/>
                    <a:pt x="937" y="224"/>
                  </a:cubicBezTo>
                  <a:cubicBezTo>
                    <a:pt x="656" y="224"/>
                    <a:pt x="347" y="198"/>
                    <a:pt x="25" y="126"/>
                  </a:cubicBezTo>
                  <a:lnTo>
                    <a:pt x="1" y="411"/>
                  </a:lnTo>
                  <a:cubicBezTo>
                    <a:pt x="1" y="411"/>
                    <a:pt x="472" y="508"/>
                    <a:pt x="1049" y="508"/>
                  </a:cubicBezTo>
                  <a:cubicBezTo>
                    <a:pt x="1492" y="508"/>
                    <a:pt x="1997" y="451"/>
                    <a:pt x="2398" y="248"/>
                  </a:cubicBezTo>
                  <a:lnTo>
                    <a:pt x="2334" y="1"/>
                  </a:ln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9"/>
            <p:cNvSpPr/>
            <p:nvPr/>
          </p:nvSpPr>
          <p:spPr>
            <a:xfrm>
              <a:off x="7608300" y="1388388"/>
              <a:ext cx="5425" cy="10400"/>
            </a:xfrm>
            <a:custGeom>
              <a:rect b="b" l="l" r="r" t="t"/>
              <a:pathLst>
                <a:path extrusionOk="0" h="416" w="217">
                  <a:moveTo>
                    <a:pt x="55" y="1"/>
                  </a:moveTo>
                  <a:lnTo>
                    <a:pt x="1" y="415"/>
                  </a:lnTo>
                  <a:lnTo>
                    <a:pt x="217" y="415"/>
                  </a:lnTo>
                  <a:lnTo>
                    <a:pt x="185" y="1"/>
                  </a:ln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9"/>
            <p:cNvSpPr/>
            <p:nvPr/>
          </p:nvSpPr>
          <p:spPr>
            <a:xfrm>
              <a:off x="7632550" y="1386413"/>
              <a:ext cx="6450" cy="11125"/>
            </a:xfrm>
            <a:custGeom>
              <a:rect b="b" l="l" r="r" t="t"/>
              <a:pathLst>
                <a:path extrusionOk="0" h="445" w="258">
                  <a:moveTo>
                    <a:pt x="96" y="1"/>
                  </a:moveTo>
                  <a:lnTo>
                    <a:pt x="0" y="32"/>
                  </a:lnTo>
                  <a:lnTo>
                    <a:pt x="64" y="445"/>
                  </a:lnTo>
                  <a:lnTo>
                    <a:pt x="257" y="380"/>
                  </a:lnTo>
                  <a:lnTo>
                    <a:pt x="96" y="1"/>
                  </a:ln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9"/>
            <p:cNvSpPr/>
            <p:nvPr/>
          </p:nvSpPr>
          <p:spPr>
            <a:xfrm>
              <a:off x="7587225" y="1398163"/>
              <a:ext cx="17425" cy="17975"/>
            </a:xfrm>
            <a:custGeom>
              <a:rect b="b" l="l" r="r" t="t"/>
              <a:pathLst>
                <a:path extrusionOk="0" h="719" w="697">
                  <a:moveTo>
                    <a:pt x="652" y="1"/>
                  </a:moveTo>
                  <a:cubicBezTo>
                    <a:pt x="638" y="1"/>
                    <a:pt x="622" y="8"/>
                    <a:pt x="616" y="25"/>
                  </a:cubicBezTo>
                  <a:cubicBezTo>
                    <a:pt x="551" y="198"/>
                    <a:pt x="368" y="642"/>
                    <a:pt x="133" y="642"/>
                  </a:cubicBezTo>
                  <a:cubicBezTo>
                    <a:pt x="109" y="642"/>
                    <a:pt x="84" y="637"/>
                    <a:pt x="59" y="627"/>
                  </a:cubicBezTo>
                  <a:cubicBezTo>
                    <a:pt x="54" y="625"/>
                    <a:pt x="50" y="624"/>
                    <a:pt x="46" y="624"/>
                  </a:cubicBezTo>
                  <a:cubicBezTo>
                    <a:pt x="12" y="624"/>
                    <a:pt x="1" y="682"/>
                    <a:pt x="40" y="698"/>
                  </a:cubicBezTo>
                  <a:cubicBezTo>
                    <a:pt x="74" y="712"/>
                    <a:pt x="106" y="718"/>
                    <a:pt x="138" y="718"/>
                  </a:cubicBezTo>
                  <a:cubicBezTo>
                    <a:pt x="412" y="718"/>
                    <a:pt x="611" y="247"/>
                    <a:pt x="686" y="45"/>
                  </a:cubicBezTo>
                  <a:cubicBezTo>
                    <a:pt x="697" y="18"/>
                    <a:pt x="675" y="1"/>
                    <a:pt x="65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9"/>
            <p:cNvSpPr/>
            <p:nvPr/>
          </p:nvSpPr>
          <p:spPr>
            <a:xfrm>
              <a:off x="7620075" y="1409313"/>
              <a:ext cx="8250" cy="22375"/>
            </a:xfrm>
            <a:custGeom>
              <a:rect b="b" l="l" r="r" t="t"/>
              <a:pathLst>
                <a:path extrusionOk="0" h="895" w="330">
                  <a:moveTo>
                    <a:pt x="256" y="0"/>
                  </a:moveTo>
                  <a:cubicBezTo>
                    <a:pt x="241" y="0"/>
                    <a:pt x="228" y="9"/>
                    <a:pt x="231" y="28"/>
                  </a:cubicBezTo>
                  <a:cubicBezTo>
                    <a:pt x="269" y="314"/>
                    <a:pt x="168" y="614"/>
                    <a:pt x="15" y="851"/>
                  </a:cubicBezTo>
                  <a:cubicBezTo>
                    <a:pt x="1" y="874"/>
                    <a:pt x="21" y="895"/>
                    <a:pt x="42" y="895"/>
                  </a:cubicBezTo>
                  <a:cubicBezTo>
                    <a:pt x="51" y="895"/>
                    <a:pt x="60" y="890"/>
                    <a:pt x="66" y="881"/>
                  </a:cubicBezTo>
                  <a:cubicBezTo>
                    <a:pt x="223" y="635"/>
                    <a:pt x="329" y="324"/>
                    <a:pt x="289" y="28"/>
                  </a:cubicBezTo>
                  <a:cubicBezTo>
                    <a:pt x="287" y="10"/>
                    <a:pt x="271" y="0"/>
                    <a:pt x="256" y="0"/>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 name="Google Shape;512;p69"/>
          <p:cNvSpPr/>
          <p:nvPr/>
        </p:nvSpPr>
        <p:spPr>
          <a:xfrm>
            <a:off x="7219972" y="-3"/>
            <a:ext cx="2231402" cy="2067512"/>
          </a:xfrm>
          <a:custGeom>
            <a:rect b="b" l="l" r="r" t="t"/>
            <a:pathLst>
              <a:path extrusionOk="0" h="113991" w="123027">
                <a:moveTo>
                  <a:pt x="0" y="0"/>
                </a:moveTo>
                <a:cubicBezTo>
                  <a:pt x="3186" y="14886"/>
                  <a:pt x="3766" y="72055"/>
                  <a:pt x="19115" y="89316"/>
                </a:cubicBezTo>
                <a:cubicBezTo>
                  <a:pt x="34465" y="106577"/>
                  <a:pt x="76111" y="99974"/>
                  <a:pt x="92097" y="103565"/>
                </a:cubicBezTo>
                <a:cubicBezTo>
                  <a:pt x="108084" y="107156"/>
                  <a:pt x="109879" y="109125"/>
                  <a:pt x="115034" y="110863"/>
                </a:cubicBezTo>
                <a:cubicBezTo>
                  <a:pt x="120189" y="112601"/>
                  <a:pt x="121695" y="113470"/>
                  <a:pt x="123027" y="113991"/>
                </a:cubicBezTo>
              </a:path>
            </a:pathLst>
          </a:custGeom>
          <a:noFill/>
          <a:ln cap="flat" cmpd="sng" w="19050">
            <a:solidFill>
              <a:schemeClr val="dk2"/>
            </a:solidFill>
            <a:prstDash val="dash"/>
            <a:round/>
            <a:headEnd len="med" w="med" type="none"/>
            <a:tailEnd len="med" w="med" type="none"/>
          </a:ln>
        </p:spPr>
      </p:sp>
      <p:sp>
        <p:nvSpPr>
          <p:cNvPr id="513" name="Google Shape;513;p69"/>
          <p:cNvSpPr txBox="1"/>
          <p:nvPr>
            <p:ph idx="1" type="subTitle"/>
          </p:nvPr>
        </p:nvSpPr>
        <p:spPr>
          <a:xfrm>
            <a:off x="1125025" y="2133750"/>
            <a:ext cx="6900600" cy="43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999999"/>
                </a:solidFill>
              </a:rPr>
              <a:t>Zoe Hite, Brian Aguilar, Tejas Shetty, Atul Balaji, Vihaan Ambre</a:t>
            </a:r>
            <a:endParaRPr sz="1800">
              <a:solidFill>
                <a:srgbClr val="999999"/>
              </a:solidFill>
            </a:endParaRPr>
          </a:p>
        </p:txBody>
      </p:sp>
      <p:sp>
        <p:nvSpPr>
          <p:cNvPr id="514" name="Google Shape;514;p69"/>
          <p:cNvSpPr/>
          <p:nvPr/>
        </p:nvSpPr>
        <p:spPr>
          <a:xfrm>
            <a:off x="196300" y="101550"/>
            <a:ext cx="6973893" cy="1965866"/>
          </a:xfrm>
          <a:custGeom>
            <a:rect b="b" l="l" r="r" t="t"/>
            <a:pathLst>
              <a:path extrusionOk="0" h="70518" w="277789">
                <a:moveTo>
                  <a:pt x="0" y="64785"/>
                </a:moveTo>
                <a:cubicBezTo>
                  <a:pt x="6446" y="65701"/>
                  <a:pt x="23886" y="70413"/>
                  <a:pt x="38675" y="70282"/>
                </a:cubicBezTo>
                <a:cubicBezTo>
                  <a:pt x="53464" y="70151"/>
                  <a:pt x="72015" y="63967"/>
                  <a:pt x="88735" y="64000"/>
                </a:cubicBezTo>
                <a:cubicBezTo>
                  <a:pt x="105455" y="64033"/>
                  <a:pt x="123680" y="70805"/>
                  <a:pt x="138993" y="70478"/>
                </a:cubicBezTo>
                <a:cubicBezTo>
                  <a:pt x="154306" y="70151"/>
                  <a:pt x="164710" y="62102"/>
                  <a:pt x="180612" y="62037"/>
                </a:cubicBezTo>
                <a:cubicBezTo>
                  <a:pt x="196514" y="61972"/>
                  <a:pt x="221217" y="71035"/>
                  <a:pt x="234403" y="70086"/>
                </a:cubicBezTo>
                <a:cubicBezTo>
                  <a:pt x="247589" y="69137"/>
                  <a:pt x="253641" y="62298"/>
                  <a:pt x="259727" y="56343"/>
                </a:cubicBezTo>
                <a:cubicBezTo>
                  <a:pt x="265813" y="50388"/>
                  <a:pt x="267907" y="43747"/>
                  <a:pt x="270917" y="34356"/>
                </a:cubicBezTo>
                <a:cubicBezTo>
                  <a:pt x="273927" y="24966"/>
                  <a:pt x="276644" y="5726"/>
                  <a:pt x="277789" y="0"/>
                </a:cubicBezTo>
              </a:path>
            </a:pathLst>
          </a:custGeom>
          <a:noFill/>
          <a:ln cap="flat" cmpd="sng" w="19050">
            <a:solidFill>
              <a:schemeClr val="dk2"/>
            </a:solidFill>
            <a:prstDash val="dash"/>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0"/>
          <p:cNvSpPr txBox="1"/>
          <p:nvPr>
            <p:ph type="title"/>
          </p:nvPr>
        </p:nvSpPr>
        <p:spPr>
          <a:xfrm>
            <a:off x="1136650" y="357975"/>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a:t>
            </a:r>
            <a:endParaRPr/>
          </a:p>
        </p:txBody>
      </p:sp>
      <p:sp>
        <p:nvSpPr>
          <p:cNvPr id="520" name="Google Shape;520;p70"/>
          <p:cNvSpPr txBox="1"/>
          <p:nvPr/>
        </p:nvSpPr>
        <p:spPr>
          <a:xfrm>
            <a:off x="1136650" y="1250700"/>
            <a:ext cx="72873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chemeClr val="dk1"/>
              </a:solidFill>
              <a:latin typeface="Albert Sans"/>
              <a:ea typeface="Albert Sans"/>
              <a:cs typeface="Albert Sans"/>
              <a:sym typeface="Albert Sans"/>
            </a:endParaRPr>
          </a:p>
        </p:txBody>
      </p:sp>
      <p:graphicFrame>
        <p:nvGraphicFramePr>
          <p:cNvPr id="521" name="Google Shape;521;p70"/>
          <p:cNvGraphicFramePr/>
          <p:nvPr/>
        </p:nvGraphicFramePr>
        <p:xfrm>
          <a:off x="1136638" y="1079047"/>
          <a:ext cx="3000000" cy="3000000"/>
        </p:xfrm>
        <a:graphic>
          <a:graphicData uri="http://schemas.openxmlformats.org/drawingml/2006/table">
            <a:tbl>
              <a:tblPr>
                <a:noFill/>
                <a:tableStyleId>{5531B049-1C40-4419-A887-1F93DCC3986B}</a:tableStyleId>
              </a:tblPr>
              <a:tblGrid>
                <a:gridCol w="2146925"/>
                <a:gridCol w="5140375"/>
              </a:tblGrid>
              <a:tr h="37770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Problem Recap</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Breaking down the </a:t>
                      </a:r>
                      <a:r>
                        <a:rPr i="1" lang="en">
                          <a:solidFill>
                            <a:schemeClr val="dk1"/>
                          </a:solidFill>
                          <a:latin typeface="Albert Sans"/>
                          <a:ea typeface="Albert Sans"/>
                          <a:cs typeface="Albert Sans"/>
                          <a:sym typeface="Albert Sans"/>
                        </a:rPr>
                        <a:t>why </a:t>
                      </a:r>
                      <a:r>
                        <a:rPr lang="en">
                          <a:solidFill>
                            <a:schemeClr val="dk1"/>
                          </a:solidFill>
                          <a:latin typeface="Albert Sans"/>
                          <a:ea typeface="Albert Sans"/>
                          <a:cs typeface="Albert Sans"/>
                          <a:sym typeface="Albert Sans"/>
                        </a:rPr>
                        <a:t>of our project</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770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Features</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Clr>
                          <a:schemeClr val="hlink"/>
                        </a:buClr>
                        <a:buSzPts val="1100"/>
                        <a:buFont typeface="Arial"/>
                        <a:buNone/>
                      </a:pPr>
                      <a:r>
                        <a:rPr lang="en">
                          <a:solidFill>
                            <a:schemeClr val="dk1"/>
                          </a:solidFill>
                          <a:latin typeface="Albert Sans"/>
                          <a:ea typeface="Albert Sans"/>
                          <a:cs typeface="Albert Sans"/>
                          <a:sym typeface="Albert Sans"/>
                        </a:rPr>
                        <a:t>Requirements of the project</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3860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System Architecture</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Design, workflow</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1075">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Deliverables</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317500" lvl="0" marL="4572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ML</a:t>
                      </a:r>
                      <a:endParaRPr>
                        <a:solidFill>
                          <a:schemeClr val="dk1"/>
                        </a:solidFill>
                        <a:latin typeface="Albert Sans"/>
                        <a:ea typeface="Albert Sans"/>
                        <a:cs typeface="Albert Sans"/>
                        <a:sym typeface="Albert Sans"/>
                      </a:endParaRPr>
                    </a:p>
                    <a:p>
                      <a:pPr indent="-317500" lvl="0" marL="4572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Frontend</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770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Challenges</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Issues we faced this semester</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770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Timeline/Future</a:t>
                      </a:r>
                      <a:endParaRPr b="1">
                        <a:solidFill>
                          <a:schemeClr val="dk1"/>
                        </a:solidFill>
                        <a:latin typeface="Kumbh Sans"/>
                        <a:ea typeface="Kumbh Sans"/>
                        <a:cs typeface="Kumbh Sans"/>
                        <a:sym typeface="Kumbh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Potential </a:t>
                      </a:r>
                      <a:r>
                        <a:rPr lang="en">
                          <a:solidFill>
                            <a:schemeClr val="dk1"/>
                          </a:solidFill>
                          <a:latin typeface="Albert Sans"/>
                          <a:ea typeface="Albert Sans"/>
                          <a:cs typeface="Albert Sans"/>
                          <a:sym typeface="Albert Sans"/>
                        </a:rPr>
                        <a:t>future updates</a:t>
                      </a:r>
                      <a:endParaRPr>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1075">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Acknowledgements/</a:t>
                      </a:r>
                      <a:endParaRPr b="1">
                        <a:solidFill>
                          <a:schemeClr val="dk1"/>
                        </a:solidFill>
                        <a:latin typeface="Kumbh Sans"/>
                        <a:ea typeface="Kumbh Sans"/>
                        <a:cs typeface="Kumbh Sans"/>
                        <a:sym typeface="Kumbh Sans"/>
                      </a:endParaRPr>
                    </a:p>
                    <a:p>
                      <a:pPr indent="0" lvl="0" marL="0" rtl="0" algn="l">
                        <a:spcBef>
                          <a:spcPts val="0"/>
                        </a:spcBef>
                        <a:spcAft>
                          <a:spcPts val="0"/>
                        </a:spcAft>
                        <a:buNone/>
                      </a:pPr>
                      <a:r>
                        <a:rPr b="1" lang="en">
                          <a:solidFill>
                            <a:schemeClr val="dk1"/>
                          </a:solidFill>
                          <a:latin typeface="Kumbh Sans"/>
                          <a:ea typeface="Kumbh Sans"/>
                          <a:cs typeface="Kumbh Sans"/>
                          <a:sym typeface="Kumbh Sans"/>
                        </a:rPr>
                        <a:t>References </a:t>
                      </a:r>
                      <a:endParaRPr b="1">
                        <a:solidFill>
                          <a:schemeClr val="dk1"/>
                        </a:solidFill>
                        <a:latin typeface="Kumbh Sans"/>
                        <a:ea typeface="Kumbh Sans"/>
                        <a:cs typeface="Kumbh Sans"/>
                        <a:sym typeface="Kumbh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Resources used for this project</a:t>
                      </a:r>
                      <a:endParaRPr>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9265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Demo</a:t>
                      </a:r>
                      <a:endParaRPr b="1">
                        <a:solidFill>
                          <a:schemeClr val="dk1"/>
                        </a:solidFill>
                        <a:latin typeface="Kumbh Sans"/>
                        <a:ea typeface="Kumbh Sans"/>
                        <a:cs typeface="Kumbh Sans"/>
                        <a:sym typeface="Kumbh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Live demonstration!</a:t>
                      </a:r>
                      <a:endParaRPr>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522" name="Google Shape;522;p70"/>
          <p:cNvGrpSpPr/>
          <p:nvPr/>
        </p:nvGrpSpPr>
        <p:grpSpPr>
          <a:xfrm>
            <a:off x="6417127" y="294927"/>
            <a:ext cx="2006826" cy="697553"/>
            <a:chOff x="6084398" y="400050"/>
            <a:chExt cx="2126100" cy="832800"/>
          </a:xfrm>
        </p:grpSpPr>
        <p:sp>
          <p:nvSpPr>
            <p:cNvPr id="523" name="Google Shape;523;p70"/>
            <p:cNvSpPr/>
            <p:nvPr/>
          </p:nvSpPr>
          <p:spPr>
            <a:xfrm>
              <a:off x="6084398" y="400050"/>
              <a:ext cx="2126100" cy="8328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4" name="Google Shape;524;p70"/>
            <p:cNvGrpSpPr/>
            <p:nvPr/>
          </p:nvGrpSpPr>
          <p:grpSpPr>
            <a:xfrm>
              <a:off x="6676590" y="510887"/>
              <a:ext cx="942027" cy="611220"/>
              <a:chOff x="3008650" y="3704975"/>
              <a:chExt cx="393150" cy="255100"/>
            </a:xfrm>
          </p:grpSpPr>
          <p:sp>
            <p:nvSpPr>
              <p:cNvPr id="525" name="Google Shape;525;p70"/>
              <p:cNvSpPr/>
              <p:nvPr/>
            </p:nvSpPr>
            <p:spPr>
              <a:xfrm>
                <a:off x="3040375" y="3873625"/>
                <a:ext cx="45725" cy="86450"/>
              </a:xfrm>
              <a:custGeom>
                <a:rect b="b" l="l" r="r" t="t"/>
                <a:pathLst>
                  <a:path extrusionOk="0" h="3458" w="1829">
                    <a:moveTo>
                      <a:pt x="28" y="0"/>
                    </a:moveTo>
                    <a:cubicBezTo>
                      <a:pt x="12" y="0"/>
                      <a:pt x="0" y="13"/>
                      <a:pt x="0" y="27"/>
                    </a:cubicBezTo>
                    <a:lnTo>
                      <a:pt x="0" y="3430"/>
                    </a:lnTo>
                    <a:cubicBezTo>
                      <a:pt x="0" y="3446"/>
                      <a:pt x="13" y="3457"/>
                      <a:pt x="28" y="3457"/>
                    </a:cubicBezTo>
                    <a:lnTo>
                      <a:pt x="1802" y="3457"/>
                    </a:lnTo>
                    <a:cubicBezTo>
                      <a:pt x="1817" y="3457"/>
                      <a:pt x="1828" y="3444"/>
                      <a:pt x="1829" y="3430"/>
                    </a:cubicBezTo>
                    <a:lnTo>
                      <a:pt x="1829" y="27"/>
                    </a:lnTo>
                    <a:cubicBezTo>
                      <a:pt x="1829" y="12"/>
                      <a:pt x="1817" y="0"/>
                      <a:pt x="1802"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70"/>
              <p:cNvSpPr/>
              <p:nvPr/>
            </p:nvSpPr>
            <p:spPr>
              <a:xfrm>
                <a:off x="3316775" y="3873625"/>
                <a:ext cx="45750" cy="86450"/>
              </a:xfrm>
              <a:custGeom>
                <a:rect b="b" l="l" r="r" t="t"/>
                <a:pathLst>
                  <a:path extrusionOk="0" h="3458" w="1830">
                    <a:moveTo>
                      <a:pt x="28" y="0"/>
                    </a:moveTo>
                    <a:cubicBezTo>
                      <a:pt x="12" y="0"/>
                      <a:pt x="1" y="13"/>
                      <a:pt x="1" y="27"/>
                    </a:cubicBezTo>
                    <a:lnTo>
                      <a:pt x="1" y="3430"/>
                    </a:lnTo>
                    <a:cubicBezTo>
                      <a:pt x="1" y="3446"/>
                      <a:pt x="14" y="3457"/>
                      <a:pt x="28" y="3457"/>
                    </a:cubicBezTo>
                    <a:lnTo>
                      <a:pt x="1803" y="3457"/>
                    </a:lnTo>
                    <a:cubicBezTo>
                      <a:pt x="1816" y="3457"/>
                      <a:pt x="1829" y="3444"/>
                      <a:pt x="1830" y="3430"/>
                    </a:cubicBezTo>
                    <a:lnTo>
                      <a:pt x="1830" y="27"/>
                    </a:lnTo>
                    <a:cubicBezTo>
                      <a:pt x="1830" y="12"/>
                      <a:pt x="1816" y="0"/>
                      <a:pt x="1803"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70"/>
              <p:cNvSpPr/>
              <p:nvPr/>
            </p:nvSpPr>
            <p:spPr>
              <a:xfrm>
                <a:off x="3052400" y="3704975"/>
                <a:ext cx="304825" cy="103600"/>
              </a:xfrm>
              <a:custGeom>
                <a:rect b="b" l="l" r="r" t="t"/>
                <a:pathLst>
                  <a:path extrusionOk="0" h="4144" w="12193">
                    <a:moveTo>
                      <a:pt x="3028" y="1"/>
                    </a:moveTo>
                    <a:cubicBezTo>
                      <a:pt x="2041" y="1"/>
                      <a:pt x="1171" y="581"/>
                      <a:pt x="893" y="1426"/>
                    </a:cubicBezTo>
                    <a:lnTo>
                      <a:pt x="0" y="4144"/>
                    </a:lnTo>
                    <a:lnTo>
                      <a:pt x="12192" y="4144"/>
                    </a:lnTo>
                    <a:lnTo>
                      <a:pt x="11299" y="1426"/>
                    </a:lnTo>
                    <a:cubicBezTo>
                      <a:pt x="11021" y="581"/>
                      <a:pt x="10152" y="1"/>
                      <a:pt x="9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70"/>
              <p:cNvSpPr/>
              <p:nvPr/>
            </p:nvSpPr>
            <p:spPr>
              <a:xfrm>
                <a:off x="3070200" y="3722400"/>
                <a:ext cx="269200" cy="98200"/>
              </a:xfrm>
              <a:custGeom>
                <a:rect b="b" l="l" r="r" t="t"/>
                <a:pathLst>
                  <a:path extrusionOk="0" h="3928" w="10768">
                    <a:moveTo>
                      <a:pt x="2045" y="0"/>
                    </a:moveTo>
                    <a:cubicBezTo>
                      <a:pt x="1545" y="0"/>
                      <a:pt x="1107" y="315"/>
                      <a:pt x="967" y="773"/>
                    </a:cubicBezTo>
                    <a:lnTo>
                      <a:pt x="0" y="3928"/>
                    </a:lnTo>
                    <a:lnTo>
                      <a:pt x="10768" y="3928"/>
                    </a:lnTo>
                    <a:lnTo>
                      <a:pt x="9802" y="773"/>
                    </a:lnTo>
                    <a:cubicBezTo>
                      <a:pt x="9663" y="316"/>
                      <a:pt x="9223" y="0"/>
                      <a:pt x="87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0"/>
              <p:cNvSpPr/>
              <p:nvPr/>
            </p:nvSpPr>
            <p:spPr>
              <a:xfrm>
                <a:off x="3020850" y="3802975"/>
                <a:ext cx="367450" cy="111050"/>
              </a:xfrm>
              <a:custGeom>
                <a:rect b="b" l="l" r="r" t="t"/>
                <a:pathLst>
                  <a:path extrusionOk="0" h="4442" w="14698">
                    <a:moveTo>
                      <a:pt x="1784" y="1"/>
                    </a:moveTo>
                    <a:cubicBezTo>
                      <a:pt x="893" y="1"/>
                      <a:pt x="169" y="716"/>
                      <a:pt x="169" y="1601"/>
                    </a:cubicBezTo>
                    <a:lnTo>
                      <a:pt x="0" y="4442"/>
                    </a:lnTo>
                    <a:lnTo>
                      <a:pt x="14697" y="4442"/>
                    </a:lnTo>
                    <a:lnTo>
                      <a:pt x="14524" y="1601"/>
                    </a:lnTo>
                    <a:cubicBezTo>
                      <a:pt x="14524" y="717"/>
                      <a:pt x="13802" y="1"/>
                      <a:pt x="129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70"/>
              <p:cNvSpPr/>
              <p:nvPr/>
            </p:nvSpPr>
            <p:spPr>
              <a:xfrm>
                <a:off x="3117975" y="3882050"/>
                <a:ext cx="180750" cy="29525"/>
              </a:xfrm>
              <a:custGeom>
                <a:rect b="b" l="l" r="r" t="t"/>
                <a:pathLst>
                  <a:path extrusionOk="0" h="1181" w="7230">
                    <a:moveTo>
                      <a:pt x="1890" y="0"/>
                    </a:moveTo>
                    <a:cubicBezTo>
                      <a:pt x="1343" y="0"/>
                      <a:pt x="825" y="237"/>
                      <a:pt x="467" y="646"/>
                    </a:cubicBezTo>
                    <a:lnTo>
                      <a:pt x="0" y="1180"/>
                    </a:lnTo>
                    <a:lnTo>
                      <a:pt x="7230" y="1180"/>
                    </a:lnTo>
                    <a:lnTo>
                      <a:pt x="6536" y="520"/>
                    </a:lnTo>
                    <a:cubicBezTo>
                      <a:pt x="6186" y="187"/>
                      <a:pt x="5718" y="0"/>
                      <a:pt x="5234"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0"/>
              <p:cNvSpPr/>
              <p:nvPr/>
            </p:nvSpPr>
            <p:spPr>
              <a:xfrm>
                <a:off x="3029650" y="3802975"/>
                <a:ext cx="349675" cy="57325"/>
              </a:xfrm>
              <a:custGeom>
                <a:rect b="b" l="l" r="r" t="t"/>
                <a:pathLst>
                  <a:path extrusionOk="0" h="2293" w="13987">
                    <a:moveTo>
                      <a:pt x="1433" y="1"/>
                    </a:moveTo>
                    <a:cubicBezTo>
                      <a:pt x="810" y="1"/>
                      <a:pt x="270" y="352"/>
                      <a:pt x="1" y="865"/>
                    </a:cubicBezTo>
                    <a:cubicBezTo>
                      <a:pt x="208" y="823"/>
                      <a:pt x="740" y="735"/>
                      <a:pt x="1341" y="735"/>
                    </a:cubicBezTo>
                    <a:cubicBezTo>
                      <a:pt x="2081" y="735"/>
                      <a:pt x="2926" y="869"/>
                      <a:pt x="3398" y="1391"/>
                    </a:cubicBezTo>
                    <a:cubicBezTo>
                      <a:pt x="3934" y="1983"/>
                      <a:pt x="5481" y="2293"/>
                      <a:pt x="7032" y="2293"/>
                    </a:cubicBezTo>
                    <a:cubicBezTo>
                      <a:pt x="8538" y="2293"/>
                      <a:pt x="10048" y="2001"/>
                      <a:pt x="10641" y="1391"/>
                    </a:cubicBezTo>
                    <a:cubicBezTo>
                      <a:pt x="11142" y="876"/>
                      <a:pt x="12012" y="746"/>
                      <a:pt x="12758" y="746"/>
                    </a:cubicBezTo>
                    <a:cubicBezTo>
                      <a:pt x="13293" y="746"/>
                      <a:pt x="13763" y="813"/>
                      <a:pt x="13986" y="854"/>
                    </a:cubicBezTo>
                    <a:cubicBezTo>
                      <a:pt x="13718" y="348"/>
                      <a:pt x="13180" y="1"/>
                      <a:pt x="12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70"/>
              <p:cNvSpPr/>
              <p:nvPr/>
            </p:nvSpPr>
            <p:spPr>
              <a:xfrm>
                <a:off x="3039925" y="3831200"/>
                <a:ext cx="69900" cy="38650"/>
              </a:xfrm>
              <a:custGeom>
                <a:rect b="b" l="l" r="r" t="t"/>
                <a:pathLst>
                  <a:path extrusionOk="0" h="1546" w="2796">
                    <a:moveTo>
                      <a:pt x="906" y="1"/>
                    </a:moveTo>
                    <a:cubicBezTo>
                      <a:pt x="610" y="1"/>
                      <a:pt x="469" y="259"/>
                      <a:pt x="469" y="259"/>
                    </a:cubicBezTo>
                    <a:cubicBezTo>
                      <a:pt x="0" y="1147"/>
                      <a:pt x="1101" y="1418"/>
                      <a:pt x="1625" y="1515"/>
                    </a:cubicBezTo>
                    <a:cubicBezTo>
                      <a:pt x="1736" y="1535"/>
                      <a:pt x="1851" y="1546"/>
                      <a:pt x="1964" y="1546"/>
                    </a:cubicBezTo>
                    <a:cubicBezTo>
                      <a:pt x="2384" y="1546"/>
                      <a:pt x="2771" y="1396"/>
                      <a:pt x="2781" y="1009"/>
                    </a:cubicBezTo>
                    <a:cubicBezTo>
                      <a:pt x="2796" y="518"/>
                      <a:pt x="1488" y="150"/>
                      <a:pt x="1075" y="27"/>
                    </a:cubicBezTo>
                    <a:cubicBezTo>
                      <a:pt x="1014" y="9"/>
                      <a:pt x="958" y="1"/>
                      <a:pt x="9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70"/>
              <p:cNvSpPr/>
              <p:nvPr/>
            </p:nvSpPr>
            <p:spPr>
              <a:xfrm>
                <a:off x="3296200" y="3831200"/>
                <a:ext cx="69875" cy="38650"/>
              </a:xfrm>
              <a:custGeom>
                <a:rect b="b" l="l" r="r" t="t"/>
                <a:pathLst>
                  <a:path extrusionOk="0" h="1546" w="2795">
                    <a:moveTo>
                      <a:pt x="1890" y="1"/>
                    </a:moveTo>
                    <a:cubicBezTo>
                      <a:pt x="1839" y="1"/>
                      <a:pt x="1783" y="9"/>
                      <a:pt x="1722" y="27"/>
                    </a:cubicBezTo>
                    <a:cubicBezTo>
                      <a:pt x="1309" y="150"/>
                      <a:pt x="0" y="518"/>
                      <a:pt x="15" y="1009"/>
                    </a:cubicBezTo>
                    <a:cubicBezTo>
                      <a:pt x="26" y="1396"/>
                      <a:pt x="413" y="1546"/>
                      <a:pt x="832" y="1546"/>
                    </a:cubicBezTo>
                    <a:cubicBezTo>
                      <a:pt x="945" y="1546"/>
                      <a:pt x="1060" y="1535"/>
                      <a:pt x="1171" y="1515"/>
                    </a:cubicBezTo>
                    <a:cubicBezTo>
                      <a:pt x="1694" y="1418"/>
                      <a:pt x="2795" y="1147"/>
                      <a:pt x="2327" y="259"/>
                    </a:cubicBezTo>
                    <a:cubicBezTo>
                      <a:pt x="2327" y="259"/>
                      <a:pt x="2187" y="1"/>
                      <a:pt x="18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0"/>
              <p:cNvSpPr/>
              <p:nvPr/>
            </p:nvSpPr>
            <p:spPr>
              <a:xfrm>
                <a:off x="3014250" y="3888775"/>
                <a:ext cx="380375" cy="33625"/>
              </a:xfrm>
              <a:custGeom>
                <a:rect b="b" l="l" r="r" t="t"/>
                <a:pathLst>
                  <a:path extrusionOk="0" h="1345" w="15215">
                    <a:moveTo>
                      <a:pt x="511" y="1"/>
                    </a:moveTo>
                    <a:cubicBezTo>
                      <a:pt x="230" y="1"/>
                      <a:pt x="1" y="228"/>
                      <a:pt x="1" y="507"/>
                    </a:cubicBezTo>
                    <a:lnTo>
                      <a:pt x="1" y="840"/>
                    </a:lnTo>
                    <a:cubicBezTo>
                      <a:pt x="1" y="1116"/>
                      <a:pt x="230" y="1345"/>
                      <a:pt x="511" y="1345"/>
                    </a:cubicBezTo>
                    <a:lnTo>
                      <a:pt x="14703" y="1345"/>
                    </a:lnTo>
                    <a:cubicBezTo>
                      <a:pt x="14984" y="1345"/>
                      <a:pt x="15213" y="1116"/>
                      <a:pt x="15214" y="840"/>
                    </a:cubicBezTo>
                    <a:lnTo>
                      <a:pt x="15214" y="507"/>
                    </a:lnTo>
                    <a:cubicBezTo>
                      <a:pt x="15214" y="229"/>
                      <a:pt x="14985" y="1"/>
                      <a:pt x="14704" y="1"/>
                    </a:cubicBezTo>
                    <a:lnTo>
                      <a:pt x="12178" y="1"/>
                    </a:lnTo>
                    <a:lnTo>
                      <a:pt x="10542" y="675"/>
                    </a:lnTo>
                    <a:lnTo>
                      <a:pt x="4785" y="675"/>
                    </a:lnTo>
                    <a:lnTo>
                      <a:pt x="338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70"/>
              <p:cNvSpPr/>
              <p:nvPr/>
            </p:nvSpPr>
            <p:spPr>
              <a:xfrm>
                <a:off x="3028450" y="3898175"/>
                <a:ext cx="69550" cy="14825"/>
              </a:xfrm>
              <a:custGeom>
                <a:rect b="b" l="l" r="r" t="t"/>
                <a:pathLst>
                  <a:path extrusionOk="0" h="593" w="2782">
                    <a:moveTo>
                      <a:pt x="9" y="0"/>
                    </a:moveTo>
                    <a:cubicBezTo>
                      <a:pt x="4" y="0"/>
                      <a:pt x="0" y="4"/>
                      <a:pt x="0" y="9"/>
                    </a:cubicBezTo>
                    <a:lnTo>
                      <a:pt x="0" y="583"/>
                    </a:lnTo>
                    <a:cubicBezTo>
                      <a:pt x="0" y="588"/>
                      <a:pt x="4" y="592"/>
                      <a:pt x="9" y="592"/>
                    </a:cubicBezTo>
                    <a:lnTo>
                      <a:pt x="2773" y="592"/>
                    </a:lnTo>
                    <a:cubicBezTo>
                      <a:pt x="2778" y="592"/>
                      <a:pt x="2782" y="588"/>
                      <a:pt x="2782" y="583"/>
                    </a:cubicBezTo>
                    <a:lnTo>
                      <a:pt x="2782" y="9"/>
                    </a:lnTo>
                    <a:cubicBezTo>
                      <a:pt x="2782" y="4"/>
                      <a:pt x="2778"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70"/>
              <p:cNvSpPr/>
              <p:nvPr/>
            </p:nvSpPr>
            <p:spPr>
              <a:xfrm>
                <a:off x="3313375" y="3898175"/>
                <a:ext cx="69550" cy="14825"/>
              </a:xfrm>
              <a:custGeom>
                <a:rect b="b" l="l" r="r" t="t"/>
                <a:pathLst>
                  <a:path extrusionOk="0" h="593" w="2782">
                    <a:moveTo>
                      <a:pt x="10" y="0"/>
                    </a:moveTo>
                    <a:cubicBezTo>
                      <a:pt x="5" y="0"/>
                      <a:pt x="1" y="4"/>
                      <a:pt x="1" y="9"/>
                    </a:cubicBezTo>
                    <a:lnTo>
                      <a:pt x="1" y="583"/>
                    </a:lnTo>
                    <a:cubicBezTo>
                      <a:pt x="1" y="588"/>
                      <a:pt x="5" y="592"/>
                      <a:pt x="10" y="592"/>
                    </a:cubicBezTo>
                    <a:lnTo>
                      <a:pt x="2773" y="592"/>
                    </a:lnTo>
                    <a:cubicBezTo>
                      <a:pt x="2776" y="592"/>
                      <a:pt x="2781" y="588"/>
                      <a:pt x="2782" y="583"/>
                    </a:cubicBezTo>
                    <a:lnTo>
                      <a:pt x="2782" y="9"/>
                    </a:lnTo>
                    <a:cubicBezTo>
                      <a:pt x="2782" y="4"/>
                      <a:pt x="2777"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0"/>
              <p:cNvSpPr/>
              <p:nvPr/>
            </p:nvSpPr>
            <p:spPr>
              <a:xfrm>
                <a:off x="3345800" y="3769350"/>
                <a:ext cx="56000" cy="31575"/>
              </a:xfrm>
              <a:custGeom>
                <a:rect b="b" l="l" r="r" t="t"/>
                <a:pathLst>
                  <a:path extrusionOk="0" h="1263" w="2240">
                    <a:moveTo>
                      <a:pt x="1326" y="0"/>
                    </a:moveTo>
                    <a:cubicBezTo>
                      <a:pt x="646" y="0"/>
                      <a:pt x="858" y="151"/>
                      <a:pt x="535" y="350"/>
                    </a:cubicBezTo>
                    <a:cubicBezTo>
                      <a:pt x="422" y="419"/>
                      <a:pt x="325" y="442"/>
                      <a:pt x="246" y="442"/>
                    </a:cubicBezTo>
                    <a:cubicBezTo>
                      <a:pt x="88" y="442"/>
                      <a:pt x="1" y="350"/>
                      <a:pt x="1" y="350"/>
                    </a:cubicBezTo>
                    <a:lnTo>
                      <a:pt x="1" y="350"/>
                    </a:lnTo>
                    <a:lnTo>
                      <a:pt x="212" y="797"/>
                    </a:lnTo>
                    <a:cubicBezTo>
                      <a:pt x="233" y="783"/>
                      <a:pt x="258" y="777"/>
                      <a:pt x="287" y="777"/>
                    </a:cubicBezTo>
                    <a:cubicBezTo>
                      <a:pt x="417" y="777"/>
                      <a:pt x="609" y="906"/>
                      <a:pt x="664" y="989"/>
                    </a:cubicBezTo>
                    <a:cubicBezTo>
                      <a:pt x="800" y="1199"/>
                      <a:pt x="1023" y="1220"/>
                      <a:pt x="1153" y="1238"/>
                    </a:cubicBezTo>
                    <a:cubicBezTo>
                      <a:pt x="1274" y="1255"/>
                      <a:pt x="1381" y="1263"/>
                      <a:pt x="1475" y="1263"/>
                    </a:cubicBezTo>
                    <a:cubicBezTo>
                      <a:pt x="2028" y="1263"/>
                      <a:pt x="2144" y="994"/>
                      <a:pt x="2170" y="753"/>
                    </a:cubicBezTo>
                    <a:cubicBezTo>
                      <a:pt x="2195" y="526"/>
                      <a:pt x="2239" y="17"/>
                      <a:pt x="1432" y="1"/>
                    </a:cubicBezTo>
                    <a:cubicBezTo>
                      <a:pt x="1394" y="0"/>
                      <a:pt x="1359" y="0"/>
                      <a:pt x="13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70"/>
              <p:cNvSpPr/>
              <p:nvPr/>
            </p:nvSpPr>
            <p:spPr>
              <a:xfrm>
                <a:off x="3008650" y="3769350"/>
                <a:ext cx="55975" cy="31575"/>
              </a:xfrm>
              <a:custGeom>
                <a:rect b="b" l="l" r="r" t="t"/>
                <a:pathLst>
                  <a:path extrusionOk="0" h="1263" w="2239">
                    <a:moveTo>
                      <a:pt x="913" y="0"/>
                    </a:moveTo>
                    <a:cubicBezTo>
                      <a:pt x="880" y="0"/>
                      <a:pt x="845" y="0"/>
                      <a:pt x="808" y="1"/>
                    </a:cubicBezTo>
                    <a:cubicBezTo>
                      <a:pt x="1" y="17"/>
                      <a:pt x="45" y="526"/>
                      <a:pt x="69" y="753"/>
                    </a:cubicBezTo>
                    <a:cubicBezTo>
                      <a:pt x="96" y="994"/>
                      <a:pt x="213" y="1263"/>
                      <a:pt x="765" y="1263"/>
                    </a:cubicBezTo>
                    <a:cubicBezTo>
                      <a:pt x="859" y="1263"/>
                      <a:pt x="966" y="1255"/>
                      <a:pt x="1087" y="1238"/>
                    </a:cubicBezTo>
                    <a:cubicBezTo>
                      <a:pt x="1216" y="1220"/>
                      <a:pt x="1439" y="1199"/>
                      <a:pt x="1575" y="989"/>
                    </a:cubicBezTo>
                    <a:cubicBezTo>
                      <a:pt x="1630" y="906"/>
                      <a:pt x="1823" y="777"/>
                      <a:pt x="1953" y="777"/>
                    </a:cubicBezTo>
                    <a:cubicBezTo>
                      <a:pt x="1982" y="777"/>
                      <a:pt x="2008" y="783"/>
                      <a:pt x="2028" y="797"/>
                    </a:cubicBezTo>
                    <a:lnTo>
                      <a:pt x="2238" y="350"/>
                    </a:lnTo>
                    <a:lnTo>
                      <a:pt x="2238" y="350"/>
                    </a:lnTo>
                    <a:cubicBezTo>
                      <a:pt x="2238" y="350"/>
                      <a:pt x="2152" y="442"/>
                      <a:pt x="1994" y="442"/>
                    </a:cubicBezTo>
                    <a:cubicBezTo>
                      <a:pt x="1915" y="442"/>
                      <a:pt x="1818" y="419"/>
                      <a:pt x="1704" y="350"/>
                    </a:cubicBezTo>
                    <a:cubicBezTo>
                      <a:pt x="1381" y="151"/>
                      <a:pt x="1593" y="0"/>
                      <a:pt x="9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1"/>
          <p:cNvSpPr txBox="1"/>
          <p:nvPr>
            <p:ph type="title"/>
          </p:nvPr>
        </p:nvSpPr>
        <p:spPr>
          <a:xfrm>
            <a:off x="839550" y="539500"/>
            <a:ext cx="77040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Recap</a:t>
            </a:r>
            <a:endParaRPr/>
          </a:p>
        </p:txBody>
      </p:sp>
      <p:sp>
        <p:nvSpPr>
          <p:cNvPr id="544" name="Google Shape;544;p71"/>
          <p:cNvSpPr txBox="1"/>
          <p:nvPr>
            <p:ph idx="1" type="subTitle"/>
          </p:nvPr>
        </p:nvSpPr>
        <p:spPr>
          <a:xfrm rot="-269">
            <a:off x="741000" y="1174659"/>
            <a:ext cx="3831000" cy="301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Currently, Virginia Tech’s parking lot situation leads to the following:</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b="1" lang="en" sz="1500"/>
              <a:t>Parking scarcity</a:t>
            </a:r>
            <a:r>
              <a:rPr lang="en" sz="1500"/>
              <a:t> leads to drivers wasting considerable time </a:t>
            </a:r>
            <a:br>
              <a:rPr lang="en" sz="1500"/>
            </a:br>
            <a:endParaRPr sz="1500"/>
          </a:p>
          <a:p>
            <a:pPr indent="-323850" lvl="0" marL="457200" rtl="0" algn="l">
              <a:spcBef>
                <a:spcPts val="0"/>
              </a:spcBef>
              <a:spcAft>
                <a:spcPts val="0"/>
              </a:spcAft>
              <a:buSzPts val="1500"/>
              <a:buChar char="●"/>
            </a:pPr>
            <a:r>
              <a:rPr lang="en" sz="1500"/>
              <a:t>Drivers may make </a:t>
            </a:r>
            <a:r>
              <a:rPr b="1" lang="en" sz="1500"/>
              <a:t>uninformed decisions</a:t>
            </a:r>
            <a:r>
              <a:rPr lang="en" sz="1500"/>
              <a:t> based on static parking availability information</a:t>
            </a:r>
            <a:br>
              <a:rPr lang="en" sz="1500"/>
            </a:br>
            <a:endParaRPr sz="1500"/>
          </a:p>
          <a:p>
            <a:pPr indent="-323850" lvl="0" marL="457200" rtl="0" algn="l">
              <a:spcBef>
                <a:spcPts val="0"/>
              </a:spcBef>
              <a:spcAft>
                <a:spcPts val="0"/>
              </a:spcAft>
              <a:buSzPts val="1500"/>
              <a:buChar char="●"/>
            </a:pPr>
            <a:r>
              <a:rPr b="1" lang="en" sz="1500"/>
              <a:t>No real-time updates</a:t>
            </a:r>
            <a:r>
              <a:rPr lang="en" sz="1500"/>
              <a:t> for parking lot availability</a:t>
            </a:r>
            <a:endParaRPr sz="1500"/>
          </a:p>
          <a:p>
            <a:pPr indent="0" lvl="0" marL="0" rtl="0" algn="l">
              <a:spcBef>
                <a:spcPts val="1600"/>
              </a:spcBef>
              <a:spcAft>
                <a:spcPts val="0"/>
              </a:spcAft>
              <a:buNone/>
            </a:pPr>
            <a:r>
              <a:rPr lang="en" sz="1500"/>
              <a:t>Our project aims to improve upon these key points</a:t>
            </a:r>
            <a:endParaRPr sz="1500"/>
          </a:p>
        </p:txBody>
      </p:sp>
      <p:sp>
        <p:nvSpPr>
          <p:cNvPr id="545" name="Google Shape;545;p71"/>
          <p:cNvSpPr/>
          <p:nvPr/>
        </p:nvSpPr>
        <p:spPr>
          <a:xfrm>
            <a:off x="5587712" y="3055575"/>
            <a:ext cx="3031200" cy="17316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 name="Google Shape;546;p71"/>
          <p:cNvGrpSpPr/>
          <p:nvPr/>
        </p:nvGrpSpPr>
        <p:grpSpPr>
          <a:xfrm>
            <a:off x="5796861" y="3272694"/>
            <a:ext cx="2612886" cy="1297366"/>
            <a:chOff x="2269175" y="1046425"/>
            <a:chExt cx="982325" cy="487750"/>
          </a:xfrm>
        </p:grpSpPr>
        <p:sp>
          <p:nvSpPr>
            <p:cNvPr id="547" name="Google Shape;547;p71"/>
            <p:cNvSpPr/>
            <p:nvPr/>
          </p:nvSpPr>
          <p:spPr>
            <a:xfrm>
              <a:off x="2605900" y="1419075"/>
              <a:ext cx="230675" cy="109925"/>
            </a:xfrm>
            <a:custGeom>
              <a:rect b="b" l="l" r="r" t="t"/>
              <a:pathLst>
                <a:path extrusionOk="0" h="4397" w="9227">
                  <a:moveTo>
                    <a:pt x="4388" y="0"/>
                  </a:moveTo>
                  <a:cubicBezTo>
                    <a:pt x="3494" y="0"/>
                    <a:pt x="2758" y="688"/>
                    <a:pt x="2646" y="1575"/>
                  </a:cubicBezTo>
                  <a:cubicBezTo>
                    <a:pt x="2632" y="1575"/>
                    <a:pt x="2618" y="1572"/>
                    <a:pt x="2603" y="1572"/>
                  </a:cubicBezTo>
                  <a:cubicBezTo>
                    <a:pt x="1504" y="1572"/>
                    <a:pt x="614" y="2490"/>
                    <a:pt x="614" y="3620"/>
                  </a:cubicBezTo>
                  <a:cubicBezTo>
                    <a:pt x="614" y="3693"/>
                    <a:pt x="618" y="3764"/>
                    <a:pt x="625" y="3836"/>
                  </a:cubicBezTo>
                  <a:cubicBezTo>
                    <a:pt x="334" y="3897"/>
                    <a:pt x="98" y="4112"/>
                    <a:pt x="1" y="4397"/>
                  </a:cubicBezTo>
                  <a:lnTo>
                    <a:pt x="9150" y="4397"/>
                  </a:lnTo>
                  <a:cubicBezTo>
                    <a:pt x="9199" y="4232"/>
                    <a:pt x="9227" y="4057"/>
                    <a:pt x="9227" y="3877"/>
                  </a:cubicBezTo>
                  <a:cubicBezTo>
                    <a:pt x="9224" y="3006"/>
                    <a:pt x="8605" y="2285"/>
                    <a:pt x="7796" y="2148"/>
                  </a:cubicBezTo>
                  <a:cubicBezTo>
                    <a:pt x="7796" y="2140"/>
                    <a:pt x="7797" y="2131"/>
                    <a:pt x="7797" y="2124"/>
                  </a:cubicBezTo>
                  <a:cubicBezTo>
                    <a:pt x="7797" y="1560"/>
                    <a:pt x="7353" y="1103"/>
                    <a:pt x="6806" y="1103"/>
                  </a:cubicBezTo>
                  <a:cubicBezTo>
                    <a:pt x="6529" y="1103"/>
                    <a:pt x="6280" y="1218"/>
                    <a:pt x="6101" y="1404"/>
                  </a:cubicBezTo>
                  <a:cubicBezTo>
                    <a:pt x="5920" y="601"/>
                    <a:pt x="5222" y="0"/>
                    <a:pt x="43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71"/>
            <p:cNvSpPr/>
            <p:nvPr/>
          </p:nvSpPr>
          <p:spPr>
            <a:xfrm>
              <a:off x="2455875" y="1384375"/>
              <a:ext cx="303450" cy="144650"/>
            </a:xfrm>
            <a:custGeom>
              <a:rect b="b" l="l" r="r" t="t"/>
              <a:pathLst>
                <a:path extrusionOk="0" h="5786" w="12138">
                  <a:moveTo>
                    <a:pt x="5776" y="0"/>
                  </a:moveTo>
                  <a:cubicBezTo>
                    <a:pt x="4601" y="0"/>
                    <a:pt x="3632" y="904"/>
                    <a:pt x="3483" y="2073"/>
                  </a:cubicBezTo>
                  <a:cubicBezTo>
                    <a:pt x="3464" y="2072"/>
                    <a:pt x="3446" y="2069"/>
                    <a:pt x="3427" y="2069"/>
                  </a:cubicBezTo>
                  <a:cubicBezTo>
                    <a:pt x="1982" y="2069"/>
                    <a:pt x="810" y="3275"/>
                    <a:pt x="810" y="4764"/>
                  </a:cubicBezTo>
                  <a:cubicBezTo>
                    <a:pt x="810" y="4860"/>
                    <a:pt x="816" y="4955"/>
                    <a:pt x="824" y="5047"/>
                  </a:cubicBezTo>
                  <a:cubicBezTo>
                    <a:pt x="440" y="5127"/>
                    <a:pt x="129" y="5412"/>
                    <a:pt x="1" y="5786"/>
                  </a:cubicBezTo>
                  <a:lnTo>
                    <a:pt x="12037" y="5786"/>
                  </a:lnTo>
                  <a:cubicBezTo>
                    <a:pt x="12102" y="5570"/>
                    <a:pt x="12137" y="5340"/>
                    <a:pt x="12137" y="5101"/>
                  </a:cubicBezTo>
                  <a:cubicBezTo>
                    <a:pt x="12138" y="3955"/>
                    <a:pt x="11323" y="3005"/>
                    <a:pt x="10258" y="2825"/>
                  </a:cubicBezTo>
                  <a:cubicBezTo>
                    <a:pt x="10258" y="2814"/>
                    <a:pt x="10259" y="2804"/>
                    <a:pt x="10259" y="2793"/>
                  </a:cubicBezTo>
                  <a:cubicBezTo>
                    <a:pt x="10259" y="2051"/>
                    <a:pt x="9675" y="1450"/>
                    <a:pt x="8956" y="1450"/>
                  </a:cubicBezTo>
                  <a:cubicBezTo>
                    <a:pt x="8593" y="1450"/>
                    <a:pt x="8266" y="1601"/>
                    <a:pt x="8029" y="1846"/>
                  </a:cubicBezTo>
                  <a:cubicBezTo>
                    <a:pt x="7794" y="790"/>
                    <a:pt x="6876" y="0"/>
                    <a:pt x="57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1"/>
            <p:cNvSpPr/>
            <p:nvPr/>
          </p:nvSpPr>
          <p:spPr>
            <a:xfrm>
              <a:off x="2946125" y="1423775"/>
              <a:ext cx="230650" cy="109925"/>
            </a:xfrm>
            <a:custGeom>
              <a:rect b="b" l="l" r="r" t="t"/>
              <a:pathLst>
                <a:path extrusionOk="0" h="4397" w="9226">
                  <a:moveTo>
                    <a:pt x="4387" y="0"/>
                  </a:moveTo>
                  <a:cubicBezTo>
                    <a:pt x="3493" y="0"/>
                    <a:pt x="2757" y="687"/>
                    <a:pt x="2645" y="1575"/>
                  </a:cubicBezTo>
                  <a:cubicBezTo>
                    <a:pt x="2632" y="1575"/>
                    <a:pt x="2617" y="1573"/>
                    <a:pt x="2603" y="1573"/>
                  </a:cubicBezTo>
                  <a:cubicBezTo>
                    <a:pt x="1504" y="1573"/>
                    <a:pt x="613" y="2491"/>
                    <a:pt x="613" y="3621"/>
                  </a:cubicBezTo>
                  <a:cubicBezTo>
                    <a:pt x="613" y="3693"/>
                    <a:pt x="617" y="3764"/>
                    <a:pt x="625" y="3835"/>
                  </a:cubicBezTo>
                  <a:cubicBezTo>
                    <a:pt x="333" y="3896"/>
                    <a:pt x="98" y="4113"/>
                    <a:pt x="0" y="4396"/>
                  </a:cubicBezTo>
                  <a:lnTo>
                    <a:pt x="9149" y="4396"/>
                  </a:lnTo>
                  <a:cubicBezTo>
                    <a:pt x="9198" y="4232"/>
                    <a:pt x="9226" y="4058"/>
                    <a:pt x="9226" y="3877"/>
                  </a:cubicBezTo>
                  <a:cubicBezTo>
                    <a:pt x="9223" y="3006"/>
                    <a:pt x="8605" y="2284"/>
                    <a:pt x="7795" y="2148"/>
                  </a:cubicBezTo>
                  <a:cubicBezTo>
                    <a:pt x="7795" y="2140"/>
                    <a:pt x="7796" y="2131"/>
                    <a:pt x="7796" y="2123"/>
                  </a:cubicBezTo>
                  <a:cubicBezTo>
                    <a:pt x="7796" y="1559"/>
                    <a:pt x="7352" y="1102"/>
                    <a:pt x="6805" y="1102"/>
                  </a:cubicBezTo>
                  <a:cubicBezTo>
                    <a:pt x="6528" y="1102"/>
                    <a:pt x="6279" y="1217"/>
                    <a:pt x="6100" y="1404"/>
                  </a:cubicBezTo>
                  <a:cubicBezTo>
                    <a:pt x="5919" y="600"/>
                    <a:pt x="5222" y="0"/>
                    <a:pt x="43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71"/>
            <p:cNvSpPr/>
            <p:nvPr/>
          </p:nvSpPr>
          <p:spPr>
            <a:xfrm>
              <a:off x="2796100" y="1389075"/>
              <a:ext cx="303450" cy="144675"/>
            </a:xfrm>
            <a:custGeom>
              <a:rect b="b" l="l" r="r" t="t"/>
              <a:pathLst>
                <a:path extrusionOk="0" h="5787" w="12138">
                  <a:moveTo>
                    <a:pt x="5774" y="1"/>
                  </a:moveTo>
                  <a:cubicBezTo>
                    <a:pt x="4599" y="1"/>
                    <a:pt x="3630" y="904"/>
                    <a:pt x="3482" y="2072"/>
                  </a:cubicBezTo>
                  <a:cubicBezTo>
                    <a:pt x="3462" y="2071"/>
                    <a:pt x="3444" y="2069"/>
                    <a:pt x="3426" y="2069"/>
                  </a:cubicBezTo>
                  <a:cubicBezTo>
                    <a:pt x="1979" y="2069"/>
                    <a:pt x="808" y="3275"/>
                    <a:pt x="808" y="4765"/>
                  </a:cubicBezTo>
                  <a:cubicBezTo>
                    <a:pt x="808" y="4859"/>
                    <a:pt x="813" y="4955"/>
                    <a:pt x="823" y="5047"/>
                  </a:cubicBezTo>
                  <a:cubicBezTo>
                    <a:pt x="440" y="5128"/>
                    <a:pt x="129" y="5413"/>
                    <a:pt x="0" y="5786"/>
                  </a:cubicBezTo>
                  <a:lnTo>
                    <a:pt x="12036" y="5786"/>
                  </a:lnTo>
                  <a:cubicBezTo>
                    <a:pt x="12100" y="5570"/>
                    <a:pt x="12136" y="5340"/>
                    <a:pt x="12136" y="5102"/>
                  </a:cubicBezTo>
                  <a:cubicBezTo>
                    <a:pt x="12137" y="3954"/>
                    <a:pt x="11323" y="3004"/>
                    <a:pt x="10256" y="2825"/>
                  </a:cubicBezTo>
                  <a:cubicBezTo>
                    <a:pt x="10256" y="2814"/>
                    <a:pt x="10257" y="2803"/>
                    <a:pt x="10257" y="2793"/>
                  </a:cubicBezTo>
                  <a:cubicBezTo>
                    <a:pt x="10257" y="2051"/>
                    <a:pt x="9673" y="1449"/>
                    <a:pt x="8954" y="1449"/>
                  </a:cubicBezTo>
                  <a:cubicBezTo>
                    <a:pt x="8591" y="1449"/>
                    <a:pt x="8265" y="1601"/>
                    <a:pt x="8027" y="1846"/>
                  </a:cubicBezTo>
                  <a:cubicBezTo>
                    <a:pt x="7791" y="790"/>
                    <a:pt x="6873" y="1"/>
                    <a:pt x="57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71"/>
            <p:cNvSpPr/>
            <p:nvPr/>
          </p:nvSpPr>
          <p:spPr>
            <a:xfrm>
              <a:off x="2348750" y="1435275"/>
              <a:ext cx="196750" cy="93750"/>
            </a:xfrm>
            <a:custGeom>
              <a:rect b="b" l="l" r="r" t="t"/>
              <a:pathLst>
                <a:path extrusionOk="0" h="3750" w="7870">
                  <a:moveTo>
                    <a:pt x="3744" y="0"/>
                  </a:moveTo>
                  <a:cubicBezTo>
                    <a:pt x="2981" y="0"/>
                    <a:pt x="2353" y="586"/>
                    <a:pt x="2257" y="1343"/>
                  </a:cubicBezTo>
                  <a:cubicBezTo>
                    <a:pt x="2245" y="1343"/>
                    <a:pt x="2232" y="1342"/>
                    <a:pt x="2220" y="1342"/>
                  </a:cubicBezTo>
                  <a:cubicBezTo>
                    <a:pt x="1283" y="1342"/>
                    <a:pt x="522" y="2125"/>
                    <a:pt x="522" y="3089"/>
                  </a:cubicBezTo>
                  <a:cubicBezTo>
                    <a:pt x="522" y="3151"/>
                    <a:pt x="526" y="3211"/>
                    <a:pt x="533" y="3272"/>
                  </a:cubicBezTo>
                  <a:cubicBezTo>
                    <a:pt x="284" y="3323"/>
                    <a:pt x="84" y="3509"/>
                    <a:pt x="1" y="3750"/>
                  </a:cubicBezTo>
                  <a:lnTo>
                    <a:pt x="7804" y="3750"/>
                  </a:lnTo>
                  <a:cubicBezTo>
                    <a:pt x="7845" y="3610"/>
                    <a:pt x="7869" y="3460"/>
                    <a:pt x="7869" y="3307"/>
                  </a:cubicBezTo>
                  <a:cubicBezTo>
                    <a:pt x="7869" y="2562"/>
                    <a:pt x="7341" y="1948"/>
                    <a:pt x="6649" y="1830"/>
                  </a:cubicBezTo>
                  <a:cubicBezTo>
                    <a:pt x="6649" y="1822"/>
                    <a:pt x="6651" y="1816"/>
                    <a:pt x="6651" y="1810"/>
                  </a:cubicBezTo>
                  <a:cubicBezTo>
                    <a:pt x="6651" y="1329"/>
                    <a:pt x="6272" y="939"/>
                    <a:pt x="5806" y="939"/>
                  </a:cubicBezTo>
                  <a:cubicBezTo>
                    <a:pt x="5569" y="939"/>
                    <a:pt x="5358" y="1037"/>
                    <a:pt x="5204" y="1197"/>
                  </a:cubicBezTo>
                  <a:cubicBezTo>
                    <a:pt x="5051" y="511"/>
                    <a:pt x="4456" y="0"/>
                    <a:pt x="3744" y="0"/>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71"/>
            <p:cNvSpPr/>
            <p:nvPr/>
          </p:nvSpPr>
          <p:spPr>
            <a:xfrm>
              <a:off x="2322200" y="1453950"/>
              <a:ext cx="157475" cy="75100"/>
            </a:xfrm>
            <a:custGeom>
              <a:rect b="b" l="l" r="r" t="t"/>
              <a:pathLst>
                <a:path extrusionOk="0" h="3004" w="6299">
                  <a:moveTo>
                    <a:pt x="2996" y="1"/>
                  </a:moveTo>
                  <a:cubicBezTo>
                    <a:pt x="2386" y="1"/>
                    <a:pt x="1883" y="471"/>
                    <a:pt x="1806" y="1077"/>
                  </a:cubicBezTo>
                  <a:cubicBezTo>
                    <a:pt x="1796" y="1077"/>
                    <a:pt x="1787" y="1075"/>
                    <a:pt x="1778" y="1075"/>
                  </a:cubicBezTo>
                  <a:cubicBezTo>
                    <a:pt x="1027" y="1075"/>
                    <a:pt x="420" y="1701"/>
                    <a:pt x="420" y="2474"/>
                  </a:cubicBezTo>
                  <a:cubicBezTo>
                    <a:pt x="420" y="2524"/>
                    <a:pt x="422" y="2572"/>
                    <a:pt x="427" y="2620"/>
                  </a:cubicBezTo>
                  <a:cubicBezTo>
                    <a:pt x="228" y="2661"/>
                    <a:pt x="67" y="2810"/>
                    <a:pt x="1" y="3004"/>
                  </a:cubicBezTo>
                  <a:lnTo>
                    <a:pt x="6247" y="3004"/>
                  </a:lnTo>
                  <a:cubicBezTo>
                    <a:pt x="6280" y="2893"/>
                    <a:pt x="6299" y="2772"/>
                    <a:pt x="6299" y="2649"/>
                  </a:cubicBezTo>
                  <a:cubicBezTo>
                    <a:pt x="6298" y="2053"/>
                    <a:pt x="5875" y="1560"/>
                    <a:pt x="5321" y="1467"/>
                  </a:cubicBezTo>
                  <a:cubicBezTo>
                    <a:pt x="5321" y="1462"/>
                    <a:pt x="5323" y="1456"/>
                    <a:pt x="5323" y="1450"/>
                  </a:cubicBezTo>
                  <a:cubicBezTo>
                    <a:pt x="5323" y="1066"/>
                    <a:pt x="5019" y="753"/>
                    <a:pt x="4646" y="753"/>
                  </a:cubicBezTo>
                  <a:cubicBezTo>
                    <a:pt x="4458" y="753"/>
                    <a:pt x="4288" y="832"/>
                    <a:pt x="4165" y="959"/>
                  </a:cubicBezTo>
                  <a:cubicBezTo>
                    <a:pt x="4042" y="411"/>
                    <a:pt x="3567" y="1"/>
                    <a:pt x="2996" y="1"/>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71"/>
            <p:cNvSpPr/>
            <p:nvPr/>
          </p:nvSpPr>
          <p:spPr>
            <a:xfrm>
              <a:off x="2967275" y="1465750"/>
              <a:ext cx="36000" cy="68000"/>
            </a:xfrm>
            <a:custGeom>
              <a:rect b="b" l="l" r="r" t="t"/>
              <a:pathLst>
                <a:path extrusionOk="0" h="2720" w="1440">
                  <a:moveTo>
                    <a:pt x="21" y="1"/>
                  </a:moveTo>
                  <a:cubicBezTo>
                    <a:pt x="10" y="1"/>
                    <a:pt x="0" y="10"/>
                    <a:pt x="0" y="21"/>
                  </a:cubicBezTo>
                  <a:lnTo>
                    <a:pt x="0" y="2699"/>
                  </a:lnTo>
                  <a:cubicBezTo>
                    <a:pt x="0" y="2710"/>
                    <a:pt x="10" y="2719"/>
                    <a:pt x="21" y="2719"/>
                  </a:cubicBezTo>
                  <a:lnTo>
                    <a:pt x="1418" y="2719"/>
                  </a:lnTo>
                  <a:cubicBezTo>
                    <a:pt x="1429" y="2719"/>
                    <a:pt x="1439" y="2710"/>
                    <a:pt x="1438" y="2699"/>
                  </a:cubicBezTo>
                  <a:lnTo>
                    <a:pt x="1438" y="21"/>
                  </a:lnTo>
                  <a:cubicBezTo>
                    <a:pt x="1438" y="10"/>
                    <a:pt x="1429" y="1"/>
                    <a:pt x="1418"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71"/>
            <p:cNvSpPr/>
            <p:nvPr/>
          </p:nvSpPr>
          <p:spPr>
            <a:xfrm>
              <a:off x="3184700" y="1465750"/>
              <a:ext cx="35950" cy="68000"/>
            </a:xfrm>
            <a:custGeom>
              <a:rect b="b" l="l" r="r" t="t"/>
              <a:pathLst>
                <a:path extrusionOk="0" h="2720" w="1438">
                  <a:moveTo>
                    <a:pt x="21" y="1"/>
                  </a:moveTo>
                  <a:cubicBezTo>
                    <a:pt x="9" y="1"/>
                    <a:pt x="0" y="10"/>
                    <a:pt x="0" y="21"/>
                  </a:cubicBezTo>
                  <a:lnTo>
                    <a:pt x="0" y="2699"/>
                  </a:lnTo>
                  <a:cubicBezTo>
                    <a:pt x="0" y="2710"/>
                    <a:pt x="9" y="2719"/>
                    <a:pt x="21" y="2719"/>
                  </a:cubicBezTo>
                  <a:lnTo>
                    <a:pt x="1416" y="2719"/>
                  </a:lnTo>
                  <a:cubicBezTo>
                    <a:pt x="1428" y="2719"/>
                    <a:pt x="1437" y="2710"/>
                    <a:pt x="1437" y="2699"/>
                  </a:cubicBezTo>
                  <a:lnTo>
                    <a:pt x="1437" y="21"/>
                  </a:lnTo>
                  <a:cubicBezTo>
                    <a:pt x="1437" y="10"/>
                    <a:pt x="1428" y="1"/>
                    <a:pt x="1416"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1"/>
            <p:cNvSpPr/>
            <p:nvPr/>
          </p:nvSpPr>
          <p:spPr>
            <a:xfrm>
              <a:off x="2951925" y="1402475"/>
              <a:ext cx="288950" cy="95050"/>
            </a:xfrm>
            <a:custGeom>
              <a:rect b="b" l="l" r="r" t="t"/>
              <a:pathLst>
                <a:path extrusionOk="0" h="3802" w="11558">
                  <a:moveTo>
                    <a:pt x="1402" y="1"/>
                  </a:moveTo>
                  <a:cubicBezTo>
                    <a:pt x="701" y="1"/>
                    <a:pt x="134" y="873"/>
                    <a:pt x="134" y="1567"/>
                  </a:cubicBezTo>
                  <a:lnTo>
                    <a:pt x="0" y="3802"/>
                  </a:lnTo>
                  <a:lnTo>
                    <a:pt x="11558" y="3802"/>
                  </a:lnTo>
                  <a:lnTo>
                    <a:pt x="11423" y="1567"/>
                  </a:lnTo>
                  <a:cubicBezTo>
                    <a:pt x="11423" y="873"/>
                    <a:pt x="10856" y="1"/>
                    <a:pt x="10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71"/>
            <p:cNvSpPr/>
            <p:nvPr/>
          </p:nvSpPr>
          <p:spPr>
            <a:xfrm>
              <a:off x="2951925" y="1450025"/>
              <a:ext cx="288950" cy="47500"/>
            </a:xfrm>
            <a:custGeom>
              <a:rect b="b" l="l" r="r" t="t"/>
              <a:pathLst>
                <a:path extrusionOk="0" h="1900" w="11558">
                  <a:moveTo>
                    <a:pt x="114" y="0"/>
                  </a:moveTo>
                  <a:lnTo>
                    <a:pt x="0" y="1900"/>
                  </a:lnTo>
                  <a:lnTo>
                    <a:pt x="11558" y="1900"/>
                  </a:lnTo>
                  <a:lnTo>
                    <a:pt x="11446" y="0"/>
                  </a:lnTo>
                  <a:close/>
                </a:path>
              </a:pathLst>
            </a:custGeom>
            <a:solidFill>
              <a:srgbClr val="000000">
                <a:alpha val="44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71"/>
            <p:cNvSpPr/>
            <p:nvPr/>
          </p:nvSpPr>
          <p:spPr>
            <a:xfrm>
              <a:off x="2976725" y="1317700"/>
              <a:ext cx="239750" cy="98600"/>
            </a:xfrm>
            <a:custGeom>
              <a:rect b="b" l="l" r="r" t="t"/>
              <a:pathLst>
                <a:path extrusionOk="0" h="3944" w="9590">
                  <a:moveTo>
                    <a:pt x="2382" y="0"/>
                  </a:moveTo>
                  <a:cubicBezTo>
                    <a:pt x="1606" y="0"/>
                    <a:pt x="921" y="554"/>
                    <a:pt x="704" y="1358"/>
                  </a:cubicBezTo>
                  <a:lnTo>
                    <a:pt x="1" y="3943"/>
                  </a:lnTo>
                  <a:lnTo>
                    <a:pt x="9589" y="3943"/>
                  </a:lnTo>
                  <a:lnTo>
                    <a:pt x="8886" y="1358"/>
                  </a:lnTo>
                  <a:cubicBezTo>
                    <a:pt x="8668" y="552"/>
                    <a:pt x="7984" y="0"/>
                    <a:pt x="72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71"/>
            <p:cNvSpPr/>
            <p:nvPr/>
          </p:nvSpPr>
          <p:spPr>
            <a:xfrm>
              <a:off x="2997450" y="1326900"/>
              <a:ext cx="197725" cy="67300"/>
            </a:xfrm>
            <a:custGeom>
              <a:rect b="b" l="l" r="r" t="t"/>
              <a:pathLst>
                <a:path extrusionOk="0" h="2692" w="7909">
                  <a:moveTo>
                    <a:pt x="1501" y="0"/>
                  </a:moveTo>
                  <a:cubicBezTo>
                    <a:pt x="1134" y="0"/>
                    <a:pt x="812" y="217"/>
                    <a:pt x="709" y="530"/>
                  </a:cubicBezTo>
                  <a:lnTo>
                    <a:pt x="0" y="2691"/>
                  </a:lnTo>
                  <a:lnTo>
                    <a:pt x="7909" y="2691"/>
                  </a:lnTo>
                  <a:lnTo>
                    <a:pt x="7200" y="530"/>
                  </a:lnTo>
                  <a:cubicBezTo>
                    <a:pt x="7097" y="215"/>
                    <a:pt x="6775" y="0"/>
                    <a:pt x="6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71"/>
            <p:cNvSpPr/>
            <p:nvPr/>
          </p:nvSpPr>
          <p:spPr>
            <a:xfrm>
              <a:off x="2946750" y="1477650"/>
              <a:ext cx="299150" cy="26475"/>
            </a:xfrm>
            <a:custGeom>
              <a:rect b="b" l="l" r="r" t="t"/>
              <a:pathLst>
                <a:path extrusionOk="0" h="1059" w="11966">
                  <a:moveTo>
                    <a:pt x="401" y="1"/>
                  </a:moveTo>
                  <a:cubicBezTo>
                    <a:pt x="180" y="1"/>
                    <a:pt x="0" y="180"/>
                    <a:pt x="0" y="399"/>
                  </a:cubicBezTo>
                  <a:lnTo>
                    <a:pt x="0" y="660"/>
                  </a:lnTo>
                  <a:cubicBezTo>
                    <a:pt x="0" y="879"/>
                    <a:pt x="181" y="1058"/>
                    <a:pt x="401" y="1058"/>
                  </a:cubicBezTo>
                  <a:lnTo>
                    <a:pt x="11563" y="1058"/>
                  </a:lnTo>
                  <a:cubicBezTo>
                    <a:pt x="11785" y="1058"/>
                    <a:pt x="11965" y="880"/>
                    <a:pt x="11966" y="660"/>
                  </a:cubicBezTo>
                  <a:lnTo>
                    <a:pt x="11966" y="399"/>
                  </a:lnTo>
                  <a:cubicBezTo>
                    <a:pt x="11966" y="180"/>
                    <a:pt x="11785" y="1"/>
                    <a:pt x="11565" y="1"/>
                  </a:cubicBezTo>
                  <a:lnTo>
                    <a:pt x="9577" y="1"/>
                  </a:lnTo>
                  <a:lnTo>
                    <a:pt x="8290" y="530"/>
                  </a:lnTo>
                  <a:lnTo>
                    <a:pt x="3763" y="530"/>
                  </a:lnTo>
                  <a:lnTo>
                    <a:pt x="26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71"/>
            <p:cNvSpPr/>
            <p:nvPr/>
          </p:nvSpPr>
          <p:spPr>
            <a:xfrm>
              <a:off x="2957900" y="1485125"/>
              <a:ext cx="54725" cy="11600"/>
            </a:xfrm>
            <a:custGeom>
              <a:rect b="b" l="l" r="r" t="t"/>
              <a:pathLst>
                <a:path extrusionOk="0" h="464" w="2189">
                  <a:moveTo>
                    <a:pt x="7" y="0"/>
                  </a:moveTo>
                  <a:cubicBezTo>
                    <a:pt x="4" y="0"/>
                    <a:pt x="1" y="2"/>
                    <a:pt x="1" y="6"/>
                  </a:cubicBezTo>
                  <a:lnTo>
                    <a:pt x="1" y="457"/>
                  </a:lnTo>
                  <a:cubicBezTo>
                    <a:pt x="1" y="462"/>
                    <a:pt x="4" y="464"/>
                    <a:pt x="7" y="464"/>
                  </a:cubicBezTo>
                  <a:lnTo>
                    <a:pt x="2181" y="464"/>
                  </a:lnTo>
                  <a:cubicBezTo>
                    <a:pt x="2184" y="464"/>
                    <a:pt x="2189" y="460"/>
                    <a:pt x="2188" y="457"/>
                  </a:cubicBezTo>
                  <a:lnTo>
                    <a:pt x="2188" y="6"/>
                  </a:lnTo>
                  <a:cubicBezTo>
                    <a:pt x="2188" y="2"/>
                    <a:pt x="2184" y="0"/>
                    <a:pt x="2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1"/>
            <p:cNvSpPr/>
            <p:nvPr/>
          </p:nvSpPr>
          <p:spPr>
            <a:xfrm>
              <a:off x="3182000" y="1485125"/>
              <a:ext cx="54675" cy="11600"/>
            </a:xfrm>
            <a:custGeom>
              <a:rect b="b" l="l" r="r" t="t"/>
              <a:pathLst>
                <a:path extrusionOk="0" h="464" w="2187">
                  <a:moveTo>
                    <a:pt x="6" y="0"/>
                  </a:moveTo>
                  <a:cubicBezTo>
                    <a:pt x="3" y="0"/>
                    <a:pt x="0" y="2"/>
                    <a:pt x="0" y="6"/>
                  </a:cubicBezTo>
                  <a:lnTo>
                    <a:pt x="0" y="457"/>
                  </a:lnTo>
                  <a:cubicBezTo>
                    <a:pt x="0" y="462"/>
                    <a:pt x="3" y="464"/>
                    <a:pt x="6" y="464"/>
                  </a:cubicBezTo>
                  <a:lnTo>
                    <a:pt x="2181" y="464"/>
                  </a:lnTo>
                  <a:cubicBezTo>
                    <a:pt x="2184" y="464"/>
                    <a:pt x="2187" y="460"/>
                    <a:pt x="2187" y="457"/>
                  </a:cubicBezTo>
                  <a:lnTo>
                    <a:pt x="2187" y="6"/>
                  </a:lnTo>
                  <a:cubicBezTo>
                    <a:pt x="2187" y="2"/>
                    <a:pt x="2184" y="0"/>
                    <a:pt x="2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71"/>
            <p:cNvSpPr/>
            <p:nvPr/>
          </p:nvSpPr>
          <p:spPr>
            <a:xfrm>
              <a:off x="3207500" y="1383775"/>
              <a:ext cx="44000" cy="24850"/>
            </a:xfrm>
            <a:custGeom>
              <a:rect b="b" l="l" r="r" t="t"/>
              <a:pathLst>
                <a:path extrusionOk="0" h="994" w="1760">
                  <a:moveTo>
                    <a:pt x="1036" y="0"/>
                  </a:moveTo>
                  <a:cubicBezTo>
                    <a:pt x="508" y="0"/>
                    <a:pt x="673" y="119"/>
                    <a:pt x="420" y="275"/>
                  </a:cubicBezTo>
                  <a:cubicBezTo>
                    <a:pt x="331" y="329"/>
                    <a:pt x="255" y="347"/>
                    <a:pt x="193" y="347"/>
                  </a:cubicBezTo>
                  <a:cubicBezTo>
                    <a:pt x="68" y="347"/>
                    <a:pt x="0" y="275"/>
                    <a:pt x="0" y="275"/>
                  </a:cubicBezTo>
                  <a:lnTo>
                    <a:pt x="0" y="275"/>
                  </a:lnTo>
                  <a:lnTo>
                    <a:pt x="165" y="626"/>
                  </a:lnTo>
                  <a:cubicBezTo>
                    <a:pt x="181" y="615"/>
                    <a:pt x="201" y="610"/>
                    <a:pt x="224" y="610"/>
                  </a:cubicBezTo>
                  <a:cubicBezTo>
                    <a:pt x="326" y="610"/>
                    <a:pt x="477" y="713"/>
                    <a:pt x="521" y="779"/>
                  </a:cubicBezTo>
                  <a:cubicBezTo>
                    <a:pt x="629" y="944"/>
                    <a:pt x="804" y="960"/>
                    <a:pt x="907" y="975"/>
                  </a:cubicBezTo>
                  <a:cubicBezTo>
                    <a:pt x="1001" y="988"/>
                    <a:pt x="1084" y="994"/>
                    <a:pt x="1157" y="994"/>
                  </a:cubicBezTo>
                  <a:cubicBezTo>
                    <a:pt x="1593" y="994"/>
                    <a:pt x="1685" y="783"/>
                    <a:pt x="1706" y="592"/>
                  </a:cubicBezTo>
                  <a:cubicBezTo>
                    <a:pt x="1726" y="413"/>
                    <a:pt x="1760" y="14"/>
                    <a:pt x="1125" y="1"/>
                  </a:cubicBezTo>
                  <a:cubicBezTo>
                    <a:pt x="1094" y="1"/>
                    <a:pt x="1064" y="0"/>
                    <a:pt x="10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71"/>
            <p:cNvSpPr/>
            <p:nvPr/>
          </p:nvSpPr>
          <p:spPr>
            <a:xfrm>
              <a:off x="2942350" y="1383775"/>
              <a:ext cx="44050" cy="24850"/>
            </a:xfrm>
            <a:custGeom>
              <a:rect b="b" l="l" r="r" t="t"/>
              <a:pathLst>
                <a:path extrusionOk="0" h="994" w="1762">
                  <a:moveTo>
                    <a:pt x="726" y="0"/>
                  </a:moveTo>
                  <a:cubicBezTo>
                    <a:pt x="698" y="0"/>
                    <a:pt x="668" y="1"/>
                    <a:pt x="636" y="1"/>
                  </a:cubicBezTo>
                  <a:cubicBezTo>
                    <a:pt x="1" y="14"/>
                    <a:pt x="36" y="413"/>
                    <a:pt x="56" y="592"/>
                  </a:cubicBezTo>
                  <a:cubicBezTo>
                    <a:pt x="76" y="783"/>
                    <a:pt x="167" y="994"/>
                    <a:pt x="604" y="994"/>
                  </a:cubicBezTo>
                  <a:cubicBezTo>
                    <a:pt x="678" y="994"/>
                    <a:pt x="761" y="988"/>
                    <a:pt x="855" y="975"/>
                  </a:cubicBezTo>
                  <a:cubicBezTo>
                    <a:pt x="958" y="960"/>
                    <a:pt x="1132" y="944"/>
                    <a:pt x="1240" y="779"/>
                  </a:cubicBezTo>
                  <a:cubicBezTo>
                    <a:pt x="1283" y="713"/>
                    <a:pt x="1435" y="610"/>
                    <a:pt x="1538" y="610"/>
                  </a:cubicBezTo>
                  <a:cubicBezTo>
                    <a:pt x="1560" y="610"/>
                    <a:pt x="1580" y="615"/>
                    <a:pt x="1596" y="626"/>
                  </a:cubicBezTo>
                  <a:lnTo>
                    <a:pt x="1761" y="275"/>
                  </a:lnTo>
                  <a:lnTo>
                    <a:pt x="1761" y="275"/>
                  </a:lnTo>
                  <a:cubicBezTo>
                    <a:pt x="1761" y="275"/>
                    <a:pt x="1693" y="347"/>
                    <a:pt x="1569" y="347"/>
                  </a:cubicBezTo>
                  <a:cubicBezTo>
                    <a:pt x="1506" y="347"/>
                    <a:pt x="1430" y="329"/>
                    <a:pt x="1341" y="275"/>
                  </a:cubicBezTo>
                  <a:cubicBezTo>
                    <a:pt x="1087" y="119"/>
                    <a:pt x="1252" y="0"/>
                    <a:pt x="7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71"/>
            <p:cNvSpPr/>
            <p:nvPr/>
          </p:nvSpPr>
          <p:spPr>
            <a:xfrm>
              <a:off x="2953850" y="1439000"/>
              <a:ext cx="39325" cy="26775"/>
            </a:xfrm>
            <a:custGeom>
              <a:rect b="b" l="l" r="r" t="t"/>
              <a:pathLst>
                <a:path extrusionOk="0" h="1071" w="1573">
                  <a:moveTo>
                    <a:pt x="1143" y="1"/>
                  </a:moveTo>
                  <a:cubicBezTo>
                    <a:pt x="1140" y="1"/>
                    <a:pt x="1138" y="1"/>
                    <a:pt x="1135" y="1"/>
                  </a:cubicBezTo>
                  <a:lnTo>
                    <a:pt x="60" y="20"/>
                  </a:lnTo>
                  <a:lnTo>
                    <a:pt x="0" y="1071"/>
                  </a:lnTo>
                  <a:lnTo>
                    <a:pt x="1143" y="1071"/>
                  </a:lnTo>
                  <a:cubicBezTo>
                    <a:pt x="1380" y="1071"/>
                    <a:pt x="1572" y="878"/>
                    <a:pt x="1573" y="643"/>
                  </a:cubicBezTo>
                  <a:lnTo>
                    <a:pt x="1573" y="431"/>
                  </a:lnTo>
                  <a:cubicBezTo>
                    <a:pt x="1573" y="192"/>
                    <a:pt x="1379" y="1"/>
                    <a:pt x="11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1"/>
            <p:cNvSpPr/>
            <p:nvPr/>
          </p:nvSpPr>
          <p:spPr>
            <a:xfrm>
              <a:off x="3200500" y="1439000"/>
              <a:ext cx="38525" cy="26775"/>
            </a:xfrm>
            <a:custGeom>
              <a:rect b="b" l="l" r="r" t="t"/>
              <a:pathLst>
                <a:path extrusionOk="0" h="1071" w="1541">
                  <a:moveTo>
                    <a:pt x="430" y="1"/>
                  </a:moveTo>
                  <a:cubicBezTo>
                    <a:pt x="194" y="1"/>
                    <a:pt x="0" y="192"/>
                    <a:pt x="0" y="431"/>
                  </a:cubicBezTo>
                  <a:lnTo>
                    <a:pt x="0" y="643"/>
                  </a:lnTo>
                  <a:cubicBezTo>
                    <a:pt x="0" y="878"/>
                    <a:pt x="192" y="1071"/>
                    <a:pt x="431" y="1071"/>
                  </a:cubicBezTo>
                  <a:lnTo>
                    <a:pt x="1540" y="1071"/>
                  </a:lnTo>
                  <a:lnTo>
                    <a:pt x="1479" y="18"/>
                  </a:lnTo>
                  <a:lnTo>
                    <a:pt x="438" y="1"/>
                  </a:lnTo>
                  <a:cubicBezTo>
                    <a:pt x="435" y="1"/>
                    <a:pt x="433" y="1"/>
                    <a:pt x="4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1"/>
            <p:cNvSpPr/>
            <p:nvPr/>
          </p:nvSpPr>
          <p:spPr>
            <a:xfrm>
              <a:off x="3042600" y="1465750"/>
              <a:ext cx="107950" cy="19400"/>
            </a:xfrm>
            <a:custGeom>
              <a:rect b="b" l="l" r="r" t="t"/>
              <a:pathLst>
                <a:path extrusionOk="0" h="776" w="4318">
                  <a:moveTo>
                    <a:pt x="0" y="1"/>
                  </a:moveTo>
                  <a:lnTo>
                    <a:pt x="0" y="775"/>
                  </a:lnTo>
                  <a:lnTo>
                    <a:pt x="4317" y="775"/>
                  </a:lnTo>
                  <a:lnTo>
                    <a:pt x="431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71"/>
            <p:cNvSpPr/>
            <p:nvPr/>
          </p:nvSpPr>
          <p:spPr>
            <a:xfrm>
              <a:off x="2953850" y="1439250"/>
              <a:ext cx="14750" cy="26525"/>
            </a:xfrm>
            <a:custGeom>
              <a:rect b="b" l="l" r="r" t="t"/>
              <a:pathLst>
                <a:path extrusionOk="0" h="1061" w="590">
                  <a:moveTo>
                    <a:pt x="589" y="0"/>
                  </a:moveTo>
                  <a:lnTo>
                    <a:pt x="60" y="10"/>
                  </a:lnTo>
                  <a:lnTo>
                    <a:pt x="0" y="1061"/>
                  </a:lnTo>
                  <a:lnTo>
                    <a:pt x="537" y="1061"/>
                  </a:lnTo>
                  <a:lnTo>
                    <a:pt x="58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71"/>
            <p:cNvSpPr/>
            <p:nvPr/>
          </p:nvSpPr>
          <p:spPr>
            <a:xfrm>
              <a:off x="3227300" y="1439275"/>
              <a:ext cx="11725" cy="26500"/>
            </a:xfrm>
            <a:custGeom>
              <a:rect b="b" l="l" r="r" t="t"/>
              <a:pathLst>
                <a:path extrusionOk="0" h="1060" w="469">
                  <a:moveTo>
                    <a:pt x="1" y="0"/>
                  </a:moveTo>
                  <a:lnTo>
                    <a:pt x="47" y="1060"/>
                  </a:lnTo>
                  <a:lnTo>
                    <a:pt x="468" y="1060"/>
                  </a:lnTo>
                  <a:lnTo>
                    <a:pt x="407" y="7"/>
                  </a:lnTo>
                  <a:lnTo>
                    <a:pt x="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71"/>
            <p:cNvSpPr/>
            <p:nvPr/>
          </p:nvSpPr>
          <p:spPr>
            <a:xfrm>
              <a:off x="2310725" y="1140875"/>
              <a:ext cx="416725" cy="392100"/>
            </a:xfrm>
            <a:custGeom>
              <a:rect b="b" l="l" r="r" t="t"/>
              <a:pathLst>
                <a:path extrusionOk="0" h="15684" w="16669">
                  <a:moveTo>
                    <a:pt x="1" y="0"/>
                  </a:moveTo>
                  <a:lnTo>
                    <a:pt x="1" y="15683"/>
                  </a:lnTo>
                  <a:lnTo>
                    <a:pt x="16669" y="15683"/>
                  </a:lnTo>
                  <a:lnTo>
                    <a:pt x="166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71"/>
            <p:cNvSpPr/>
            <p:nvPr/>
          </p:nvSpPr>
          <p:spPr>
            <a:xfrm>
              <a:off x="2306050" y="1140875"/>
              <a:ext cx="303775" cy="392100"/>
            </a:xfrm>
            <a:custGeom>
              <a:rect b="b" l="l" r="r" t="t"/>
              <a:pathLst>
                <a:path extrusionOk="0" h="15684" w="12151">
                  <a:moveTo>
                    <a:pt x="1" y="0"/>
                  </a:moveTo>
                  <a:lnTo>
                    <a:pt x="1" y="15683"/>
                  </a:lnTo>
                  <a:lnTo>
                    <a:pt x="12150" y="15683"/>
                  </a:lnTo>
                  <a:lnTo>
                    <a:pt x="121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71"/>
            <p:cNvSpPr/>
            <p:nvPr/>
          </p:nvSpPr>
          <p:spPr>
            <a:xfrm>
              <a:off x="2269175" y="1046425"/>
              <a:ext cx="501300" cy="94475"/>
            </a:xfrm>
            <a:custGeom>
              <a:rect b="b" l="l" r="r" t="t"/>
              <a:pathLst>
                <a:path extrusionOk="0" h="3779" w="20052">
                  <a:moveTo>
                    <a:pt x="1" y="0"/>
                  </a:moveTo>
                  <a:lnTo>
                    <a:pt x="1" y="3778"/>
                  </a:lnTo>
                  <a:lnTo>
                    <a:pt x="20052" y="3778"/>
                  </a:lnTo>
                  <a:lnTo>
                    <a:pt x="2005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71"/>
            <p:cNvSpPr/>
            <p:nvPr/>
          </p:nvSpPr>
          <p:spPr>
            <a:xfrm>
              <a:off x="2269175" y="1046425"/>
              <a:ext cx="323325" cy="94475"/>
            </a:xfrm>
            <a:custGeom>
              <a:rect b="b" l="l" r="r" t="t"/>
              <a:pathLst>
                <a:path extrusionOk="0" h="3779" w="12933">
                  <a:moveTo>
                    <a:pt x="1" y="0"/>
                  </a:moveTo>
                  <a:lnTo>
                    <a:pt x="1" y="3778"/>
                  </a:lnTo>
                  <a:lnTo>
                    <a:pt x="12933" y="3778"/>
                  </a:lnTo>
                  <a:lnTo>
                    <a:pt x="129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71"/>
            <p:cNvSpPr/>
            <p:nvPr/>
          </p:nvSpPr>
          <p:spPr>
            <a:xfrm>
              <a:off x="2269175" y="1498025"/>
              <a:ext cx="488850" cy="34950"/>
            </a:xfrm>
            <a:custGeom>
              <a:rect b="b" l="l" r="r" t="t"/>
              <a:pathLst>
                <a:path extrusionOk="0" h="1398" w="19554">
                  <a:moveTo>
                    <a:pt x="1" y="1"/>
                  </a:moveTo>
                  <a:lnTo>
                    <a:pt x="1" y="1397"/>
                  </a:lnTo>
                  <a:lnTo>
                    <a:pt x="19554" y="1397"/>
                  </a:lnTo>
                  <a:lnTo>
                    <a:pt x="195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71"/>
            <p:cNvSpPr/>
            <p:nvPr/>
          </p:nvSpPr>
          <p:spPr>
            <a:xfrm>
              <a:off x="2600200" y="1498025"/>
              <a:ext cx="157825" cy="34950"/>
            </a:xfrm>
            <a:custGeom>
              <a:rect b="b" l="l" r="r" t="t"/>
              <a:pathLst>
                <a:path extrusionOk="0" h="1398" w="6313">
                  <a:moveTo>
                    <a:pt x="1" y="1"/>
                  </a:moveTo>
                  <a:lnTo>
                    <a:pt x="1" y="1397"/>
                  </a:lnTo>
                  <a:lnTo>
                    <a:pt x="6313" y="1397"/>
                  </a:lnTo>
                  <a:lnTo>
                    <a:pt x="631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71"/>
            <p:cNvSpPr/>
            <p:nvPr/>
          </p:nvSpPr>
          <p:spPr>
            <a:xfrm>
              <a:off x="2631750" y="1173975"/>
              <a:ext cx="68400" cy="262550"/>
            </a:xfrm>
            <a:custGeom>
              <a:rect b="b" l="l" r="r" t="t"/>
              <a:pathLst>
                <a:path extrusionOk="0" h="10502" w="2736">
                  <a:moveTo>
                    <a:pt x="1" y="0"/>
                  </a:moveTo>
                  <a:lnTo>
                    <a:pt x="1" y="10501"/>
                  </a:lnTo>
                  <a:lnTo>
                    <a:pt x="2736" y="10501"/>
                  </a:lnTo>
                  <a:lnTo>
                    <a:pt x="27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71"/>
            <p:cNvSpPr/>
            <p:nvPr/>
          </p:nvSpPr>
          <p:spPr>
            <a:xfrm>
              <a:off x="2631750" y="1173975"/>
              <a:ext cx="60525" cy="262550"/>
            </a:xfrm>
            <a:custGeom>
              <a:rect b="b" l="l" r="r" t="t"/>
              <a:pathLst>
                <a:path extrusionOk="0" h="10502" w="2421">
                  <a:moveTo>
                    <a:pt x="1" y="0"/>
                  </a:moveTo>
                  <a:lnTo>
                    <a:pt x="1" y="10501"/>
                  </a:lnTo>
                  <a:lnTo>
                    <a:pt x="2421" y="10501"/>
                  </a:lnTo>
                  <a:lnTo>
                    <a:pt x="242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71"/>
            <p:cNvSpPr/>
            <p:nvPr/>
          </p:nvSpPr>
          <p:spPr>
            <a:xfrm>
              <a:off x="2337250" y="1173975"/>
              <a:ext cx="68400" cy="262550"/>
            </a:xfrm>
            <a:custGeom>
              <a:rect b="b" l="l" r="r" t="t"/>
              <a:pathLst>
                <a:path extrusionOk="0" h="10502" w="2736">
                  <a:moveTo>
                    <a:pt x="0" y="0"/>
                  </a:moveTo>
                  <a:lnTo>
                    <a:pt x="0" y="10501"/>
                  </a:lnTo>
                  <a:lnTo>
                    <a:pt x="2735" y="10501"/>
                  </a:lnTo>
                  <a:lnTo>
                    <a:pt x="27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71"/>
            <p:cNvSpPr/>
            <p:nvPr/>
          </p:nvSpPr>
          <p:spPr>
            <a:xfrm>
              <a:off x="2347750" y="1173975"/>
              <a:ext cx="60525" cy="262550"/>
            </a:xfrm>
            <a:custGeom>
              <a:rect b="b" l="l" r="r" t="t"/>
              <a:pathLst>
                <a:path extrusionOk="0" h="10502" w="2421">
                  <a:moveTo>
                    <a:pt x="0" y="0"/>
                  </a:moveTo>
                  <a:lnTo>
                    <a:pt x="0" y="10501"/>
                  </a:lnTo>
                  <a:lnTo>
                    <a:pt x="2420" y="10501"/>
                  </a:lnTo>
                  <a:lnTo>
                    <a:pt x="24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71"/>
            <p:cNvSpPr/>
            <p:nvPr/>
          </p:nvSpPr>
          <p:spPr>
            <a:xfrm>
              <a:off x="2439475" y="1173975"/>
              <a:ext cx="142350" cy="324075"/>
            </a:xfrm>
            <a:custGeom>
              <a:rect b="b" l="l" r="r" t="t"/>
              <a:pathLst>
                <a:path extrusionOk="0" h="12963" w="5694">
                  <a:moveTo>
                    <a:pt x="1" y="0"/>
                  </a:moveTo>
                  <a:lnTo>
                    <a:pt x="1" y="12963"/>
                  </a:lnTo>
                  <a:lnTo>
                    <a:pt x="5694" y="12963"/>
                  </a:lnTo>
                  <a:lnTo>
                    <a:pt x="5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71"/>
            <p:cNvSpPr/>
            <p:nvPr/>
          </p:nvSpPr>
          <p:spPr>
            <a:xfrm>
              <a:off x="2449000" y="1173975"/>
              <a:ext cx="132825" cy="324075"/>
            </a:xfrm>
            <a:custGeom>
              <a:rect b="b" l="l" r="r" t="t"/>
              <a:pathLst>
                <a:path extrusionOk="0" h="12963" w="5313">
                  <a:moveTo>
                    <a:pt x="0" y="0"/>
                  </a:moveTo>
                  <a:lnTo>
                    <a:pt x="0" y="12963"/>
                  </a:lnTo>
                  <a:lnTo>
                    <a:pt x="5313" y="12963"/>
                  </a:lnTo>
                  <a:lnTo>
                    <a:pt x="53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71"/>
            <p:cNvSpPr/>
            <p:nvPr/>
          </p:nvSpPr>
          <p:spPr>
            <a:xfrm>
              <a:off x="2279700" y="1450750"/>
              <a:ext cx="7800" cy="62225"/>
            </a:xfrm>
            <a:custGeom>
              <a:rect b="b" l="l" r="r" t="t"/>
              <a:pathLst>
                <a:path extrusionOk="0" h="2489" w="312">
                  <a:moveTo>
                    <a:pt x="1" y="0"/>
                  </a:moveTo>
                  <a:lnTo>
                    <a:pt x="1" y="2489"/>
                  </a:lnTo>
                  <a:lnTo>
                    <a:pt x="312" y="2489"/>
                  </a:lnTo>
                  <a:lnTo>
                    <a:pt x="3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71"/>
            <p:cNvSpPr/>
            <p:nvPr/>
          </p:nvSpPr>
          <p:spPr>
            <a:xfrm>
              <a:off x="2342825" y="1450750"/>
              <a:ext cx="7800" cy="62225"/>
            </a:xfrm>
            <a:custGeom>
              <a:rect b="b" l="l" r="r" t="t"/>
              <a:pathLst>
                <a:path extrusionOk="0" h="2489" w="312">
                  <a:moveTo>
                    <a:pt x="0" y="0"/>
                  </a:moveTo>
                  <a:lnTo>
                    <a:pt x="0" y="2489"/>
                  </a:lnTo>
                  <a:lnTo>
                    <a:pt x="311" y="2489"/>
                  </a:lnTo>
                  <a:lnTo>
                    <a:pt x="3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71"/>
            <p:cNvSpPr/>
            <p:nvPr/>
          </p:nvSpPr>
          <p:spPr>
            <a:xfrm>
              <a:off x="2668925" y="1450750"/>
              <a:ext cx="7800" cy="62225"/>
            </a:xfrm>
            <a:custGeom>
              <a:rect b="b" l="l" r="r" t="t"/>
              <a:pathLst>
                <a:path extrusionOk="0" h="2489" w="312">
                  <a:moveTo>
                    <a:pt x="0" y="0"/>
                  </a:moveTo>
                  <a:lnTo>
                    <a:pt x="0" y="2489"/>
                  </a:lnTo>
                  <a:lnTo>
                    <a:pt x="311" y="2489"/>
                  </a:lnTo>
                  <a:lnTo>
                    <a:pt x="3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71"/>
            <p:cNvSpPr/>
            <p:nvPr/>
          </p:nvSpPr>
          <p:spPr>
            <a:xfrm>
              <a:off x="2742525" y="1450750"/>
              <a:ext cx="7825" cy="62225"/>
            </a:xfrm>
            <a:custGeom>
              <a:rect b="b" l="l" r="r" t="t"/>
              <a:pathLst>
                <a:path extrusionOk="0" h="2489" w="313">
                  <a:moveTo>
                    <a:pt x="1" y="0"/>
                  </a:moveTo>
                  <a:lnTo>
                    <a:pt x="1" y="2489"/>
                  </a:lnTo>
                  <a:lnTo>
                    <a:pt x="312" y="2489"/>
                  </a:lnTo>
                  <a:lnTo>
                    <a:pt x="3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71"/>
            <p:cNvSpPr/>
            <p:nvPr/>
          </p:nvSpPr>
          <p:spPr>
            <a:xfrm>
              <a:off x="2269175" y="1445575"/>
              <a:ext cx="491650" cy="10375"/>
            </a:xfrm>
            <a:custGeom>
              <a:rect b="b" l="l" r="r" t="t"/>
              <a:pathLst>
                <a:path extrusionOk="0" h="415" w="19666">
                  <a:moveTo>
                    <a:pt x="1" y="0"/>
                  </a:moveTo>
                  <a:lnTo>
                    <a:pt x="1" y="415"/>
                  </a:lnTo>
                  <a:lnTo>
                    <a:pt x="19666" y="415"/>
                  </a:lnTo>
                  <a:lnTo>
                    <a:pt x="196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1"/>
            <p:cNvSpPr/>
            <p:nvPr/>
          </p:nvSpPr>
          <p:spPr>
            <a:xfrm>
              <a:off x="2609800" y="1445575"/>
              <a:ext cx="151025" cy="10375"/>
            </a:xfrm>
            <a:custGeom>
              <a:rect b="b" l="l" r="r" t="t"/>
              <a:pathLst>
                <a:path extrusionOk="0" h="415" w="6041">
                  <a:moveTo>
                    <a:pt x="0" y="0"/>
                  </a:moveTo>
                  <a:lnTo>
                    <a:pt x="0" y="415"/>
                  </a:lnTo>
                  <a:lnTo>
                    <a:pt x="6041" y="415"/>
                  </a:lnTo>
                  <a:lnTo>
                    <a:pt x="60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1"/>
            <p:cNvSpPr/>
            <p:nvPr/>
          </p:nvSpPr>
          <p:spPr>
            <a:xfrm>
              <a:off x="2864725" y="1364475"/>
              <a:ext cx="279675" cy="17700"/>
            </a:xfrm>
            <a:custGeom>
              <a:rect b="b" l="l" r="r" t="t"/>
              <a:pathLst>
                <a:path extrusionOk="0" h="708" w="11187">
                  <a:moveTo>
                    <a:pt x="1" y="1"/>
                  </a:moveTo>
                  <a:lnTo>
                    <a:pt x="1" y="708"/>
                  </a:lnTo>
                  <a:lnTo>
                    <a:pt x="11187" y="708"/>
                  </a:lnTo>
                  <a:lnTo>
                    <a:pt x="111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71"/>
            <p:cNvSpPr/>
            <p:nvPr/>
          </p:nvSpPr>
          <p:spPr>
            <a:xfrm>
              <a:off x="2811200" y="1347675"/>
              <a:ext cx="69850" cy="158200"/>
            </a:xfrm>
            <a:custGeom>
              <a:rect b="b" l="l" r="r" t="t"/>
              <a:pathLst>
                <a:path extrusionOk="0" h="6328" w="2794">
                  <a:moveTo>
                    <a:pt x="1" y="1"/>
                  </a:moveTo>
                  <a:lnTo>
                    <a:pt x="1" y="6328"/>
                  </a:lnTo>
                  <a:lnTo>
                    <a:pt x="2794" y="6328"/>
                  </a:lnTo>
                  <a:lnTo>
                    <a:pt x="279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71"/>
            <p:cNvSpPr/>
            <p:nvPr/>
          </p:nvSpPr>
          <p:spPr>
            <a:xfrm>
              <a:off x="2800775" y="1347675"/>
              <a:ext cx="69825" cy="158200"/>
            </a:xfrm>
            <a:custGeom>
              <a:rect b="b" l="l" r="r" t="t"/>
              <a:pathLst>
                <a:path extrusionOk="0" h="6328" w="2793">
                  <a:moveTo>
                    <a:pt x="1" y="1"/>
                  </a:moveTo>
                  <a:lnTo>
                    <a:pt x="1" y="6328"/>
                  </a:lnTo>
                  <a:lnTo>
                    <a:pt x="2793" y="6328"/>
                  </a:lnTo>
                  <a:lnTo>
                    <a:pt x="27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71"/>
            <p:cNvSpPr/>
            <p:nvPr/>
          </p:nvSpPr>
          <p:spPr>
            <a:xfrm>
              <a:off x="2812775" y="1355450"/>
              <a:ext cx="46575" cy="150425"/>
            </a:xfrm>
            <a:custGeom>
              <a:rect b="b" l="l" r="r" t="t"/>
              <a:pathLst>
                <a:path extrusionOk="0" h="6017" w="1863">
                  <a:moveTo>
                    <a:pt x="1" y="0"/>
                  </a:moveTo>
                  <a:lnTo>
                    <a:pt x="1" y="6017"/>
                  </a:lnTo>
                  <a:lnTo>
                    <a:pt x="1863" y="6017"/>
                  </a:lnTo>
                  <a:lnTo>
                    <a:pt x="18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71"/>
            <p:cNvSpPr/>
            <p:nvPr/>
          </p:nvSpPr>
          <p:spPr>
            <a:xfrm>
              <a:off x="2854300" y="1364475"/>
              <a:ext cx="279675" cy="17700"/>
            </a:xfrm>
            <a:custGeom>
              <a:rect b="b" l="l" r="r" t="t"/>
              <a:pathLst>
                <a:path extrusionOk="0" h="708" w="11187">
                  <a:moveTo>
                    <a:pt x="1" y="1"/>
                  </a:moveTo>
                  <a:lnTo>
                    <a:pt x="1" y="708"/>
                  </a:lnTo>
                  <a:lnTo>
                    <a:pt x="11187" y="708"/>
                  </a:lnTo>
                  <a:lnTo>
                    <a:pt x="111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71"/>
            <p:cNvSpPr/>
            <p:nvPr/>
          </p:nvSpPr>
          <p:spPr>
            <a:xfrm>
              <a:off x="2841050" y="1361900"/>
              <a:ext cx="26475" cy="24825"/>
            </a:xfrm>
            <a:custGeom>
              <a:rect b="b" l="l" r="r" t="t"/>
              <a:pathLst>
                <a:path extrusionOk="0" h="993" w="1059">
                  <a:moveTo>
                    <a:pt x="530" y="0"/>
                  </a:moveTo>
                  <a:cubicBezTo>
                    <a:pt x="238" y="0"/>
                    <a:pt x="1" y="222"/>
                    <a:pt x="1" y="496"/>
                  </a:cubicBezTo>
                  <a:cubicBezTo>
                    <a:pt x="1" y="771"/>
                    <a:pt x="238" y="992"/>
                    <a:pt x="530" y="992"/>
                  </a:cubicBezTo>
                  <a:cubicBezTo>
                    <a:pt x="822" y="992"/>
                    <a:pt x="1058" y="771"/>
                    <a:pt x="1058" y="496"/>
                  </a:cubicBezTo>
                  <a:cubicBezTo>
                    <a:pt x="1058" y="222"/>
                    <a:pt x="822" y="0"/>
                    <a:pt x="5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71"/>
            <p:cNvSpPr/>
            <p:nvPr/>
          </p:nvSpPr>
          <p:spPr>
            <a:xfrm>
              <a:off x="3089850" y="1370150"/>
              <a:ext cx="38075" cy="5950"/>
            </a:xfrm>
            <a:custGeom>
              <a:rect b="b" l="l" r="r" t="t"/>
              <a:pathLst>
                <a:path extrusionOk="0" h="238" w="1523">
                  <a:moveTo>
                    <a:pt x="0" y="1"/>
                  </a:moveTo>
                  <a:lnTo>
                    <a:pt x="0" y="237"/>
                  </a:lnTo>
                  <a:lnTo>
                    <a:pt x="1522" y="237"/>
                  </a:lnTo>
                  <a:lnTo>
                    <a:pt x="15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71"/>
            <p:cNvSpPr/>
            <p:nvPr/>
          </p:nvSpPr>
          <p:spPr>
            <a:xfrm>
              <a:off x="3041500" y="1370150"/>
              <a:ext cx="38075" cy="5950"/>
            </a:xfrm>
            <a:custGeom>
              <a:rect b="b" l="l" r="r" t="t"/>
              <a:pathLst>
                <a:path extrusionOk="0" h="238" w="1523">
                  <a:moveTo>
                    <a:pt x="1" y="1"/>
                  </a:moveTo>
                  <a:lnTo>
                    <a:pt x="1" y="237"/>
                  </a:lnTo>
                  <a:lnTo>
                    <a:pt x="1523" y="237"/>
                  </a:lnTo>
                  <a:lnTo>
                    <a:pt x="1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71"/>
            <p:cNvSpPr/>
            <p:nvPr/>
          </p:nvSpPr>
          <p:spPr>
            <a:xfrm>
              <a:off x="2993150" y="1370150"/>
              <a:ext cx="38100" cy="5950"/>
            </a:xfrm>
            <a:custGeom>
              <a:rect b="b" l="l" r="r" t="t"/>
              <a:pathLst>
                <a:path extrusionOk="0" h="238" w="1524">
                  <a:moveTo>
                    <a:pt x="1" y="1"/>
                  </a:moveTo>
                  <a:lnTo>
                    <a:pt x="1" y="237"/>
                  </a:lnTo>
                  <a:lnTo>
                    <a:pt x="1523" y="237"/>
                  </a:lnTo>
                  <a:lnTo>
                    <a:pt x="1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1"/>
            <p:cNvSpPr/>
            <p:nvPr/>
          </p:nvSpPr>
          <p:spPr>
            <a:xfrm>
              <a:off x="2944825" y="1370150"/>
              <a:ext cx="38050" cy="5950"/>
            </a:xfrm>
            <a:custGeom>
              <a:rect b="b" l="l" r="r" t="t"/>
              <a:pathLst>
                <a:path extrusionOk="0" h="238" w="1522">
                  <a:moveTo>
                    <a:pt x="0" y="1"/>
                  </a:moveTo>
                  <a:lnTo>
                    <a:pt x="0" y="237"/>
                  </a:lnTo>
                  <a:lnTo>
                    <a:pt x="1521" y="237"/>
                  </a:lnTo>
                  <a:lnTo>
                    <a:pt x="15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71"/>
            <p:cNvSpPr/>
            <p:nvPr/>
          </p:nvSpPr>
          <p:spPr>
            <a:xfrm>
              <a:off x="2896475" y="1370150"/>
              <a:ext cx="38050" cy="5950"/>
            </a:xfrm>
            <a:custGeom>
              <a:rect b="b" l="l" r="r" t="t"/>
              <a:pathLst>
                <a:path extrusionOk="0" h="238" w="1522">
                  <a:moveTo>
                    <a:pt x="1" y="1"/>
                  </a:moveTo>
                  <a:lnTo>
                    <a:pt x="1" y="237"/>
                  </a:lnTo>
                  <a:lnTo>
                    <a:pt x="1522" y="237"/>
                  </a:lnTo>
                  <a:lnTo>
                    <a:pt x="15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71"/>
            <p:cNvSpPr/>
            <p:nvPr/>
          </p:nvSpPr>
          <p:spPr>
            <a:xfrm>
              <a:off x="2829100" y="1398775"/>
              <a:ext cx="13125" cy="112375"/>
            </a:xfrm>
            <a:custGeom>
              <a:rect b="b" l="l" r="r" t="t"/>
              <a:pathLst>
                <a:path extrusionOk="0" h="4495" w="525">
                  <a:moveTo>
                    <a:pt x="1" y="1"/>
                  </a:moveTo>
                  <a:lnTo>
                    <a:pt x="1" y="4494"/>
                  </a:lnTo>
                  <a:lnTo>
                    <a:pt x="525" y="4494"/>
                  </a:lnTo>
                  <a:lnTo>
                    <a:pt x="52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71"/>
            <p:cNvSpPr/>
            <p:nvPr/>
          </p:nvSpPr>
          <p:spPr>
            <a:xfrm>
              <a:off x="2787525" y="1494675"/>
              <a:ext cx="106300" cy="39500"/>
            </a:xfrm>
            <a:custGeom>
              <a:rect b="b" l="l" r="r" t="t"/>
              <a:pathLst>
                <a:path extrusionOk="0" h="1580" w="4252">
                  <a:moveTo>
                    <a:pt x="1" y="1"/>
                  </a:moveTo>
                  <a:lnTo>
                    <a:pt x="1" y="1580"/>
                  </a:lnTo>
                  <a:lnTo>
                    <a:pt x="4252" y="1580"/>
                  </a:lnTo>
                  <a:lnTo>
                    <a:pt x="42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1"/>
            <p:cNvSpPr/>
            <p:nvPr/>
          </p:nvSpPr>
          <p:spPr>
            <a:xfrm>
              <a:off x="2863800" y="1494675"/>
              <a:ext cx="30000" cy="39500"/>
            </a:xfrm>
            <a:custGeom>
              <a:rect b="b" l="l" r="r" t="t"/>
              <a:pathLst>
                <a:path extrusionOk="0" h="1580" w="1200">
                  <a:moveTo>
                    <a:pt x="0" y="1"/>
                  </a:moveTo>
                  <a:lnTo>
                    <a:pt x="0" y="1580"/>
                  </a:lnTo>
                  <a:lnTo>
                    <a:pt x="1200" y="1580"/>
                  </a:lnTo>
                  <a:lnTo>
                    <a:pt x="12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1" name="Google Shape;601;p71"/>
          <p:cNvSpPr/>
          <p:nvPr/>
        </p:nvSpPr>
        <p:spPr>
          <a:xfrm>
            <a:off x="5376300" y="131650"/>
            <a:ext cx="1975975" cy="2965575"/>
          </a:xfrm>
          <a:custGeom>
            <a:rect b="b" l="l" r="r" t="t"/>
            <a:pathLst>
              <a:path extrusionOk="0" h="118623" w="79039">
                <a:moveTo>
                  <a:pt x="52987" y="118623"/>
                </a:moveTo>
                <a:cubicBezTo>
                  <a:pt x="57323" y="114844"/>
                  <a:pt x="79599" y="104461"/>
                  <a:pt x="79002" y="95948"/>
                </a:cubicBezTo>
                <a:cubicBezTo>
                  <a:pt x="78405" y="87435"/>
                  <a:pt x="50997" y="77053"/>
                  <a:pt x="49406" y="67546"/>
                </a:cubicBezTo>
                <a:cubicBezTo>
                  <a:pt x="47815" y="58039"/>
                  <a:pt x="73433" y="47019"/>
                  <a:pt x="69455" y="38904"/>
                </a:cubicBezTo>
                <a:cubicBezTo>
                  <a:pt x="65477" y="30789"/>
                  <a:pt x="37115" y="25339"/>
                  <a:pt x="25539" y="18855"/>
                </a:cubicBezTo>
                <a:cubicBezTo>
                  <a:pt x="13963" y="12371"/>
                  <a:pt x="4257" y="3143"/>
                  <a:pt x="0" y="0"/>
                </a:cubicBezTo>
              </a:path>
            </a:pathLst>
          </a:custGeom>
          <a:noFill/>
          <a:ln cap="flat" cmpd="sng" w="19050">
            <a:solidFill>
              <a:schemeClr val="dk2"/>
            </a:solidFill>
            <a:prstDash val="dash"/>
            <a:round/>
            <a:headEnd len="med" w="med" type="none"/>
            <a:tailEnd len="med" w="med" type="none"/>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2"/>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72"/>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Features</a:t>
            </a:r>
            <a:endParaRPr/>
          </a:p>
        </p:txBody>
      </p:sp>
      <p:sp>
        <p:nvSpPr>
          <p:cNvPr id="608" name="Google Shape;608;p72"/>
          <p:cNvSpPr txBox="1"/>
          <p:nvPr>
            <p:ph idx="1" type="subTitle"/>
          </p:nvPr>
        </p:nvSpPr>
        <p:spPr>
          <a:xfrm>
            <a:off x="887250" y="1232700"/>
            <a:ext cx="7369500" cy="3568200"/>
          </a:xfrm>
          <a:prstGeom prst="rect">
            <a:avLst/>
          </a:prstGeom>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AutoNum type="arabicPeriod"/>
            </a:pPr>
            <a:r>
              <a:rPr lang="en" sz="1900"/>
              <a:t>Machine Learning Model</a:t>
            </a:r>
            <a:endParaRPr sz="1900"/>
          </a:p>
          <a:p>
            <a:pPr indent="-349250" lvl="1" marL="914400" rtl="0" algn="l">
              <a:lnSpc>
                <a:spcPct val="115000"/>
              </a:lnSpc>
              <a:spcBef>
                <a:spcPts val="0"/>
              </a:spcBef>
              <a:spcAft>
                <a:spcPts val="0"/>
              </a:spcAft>
              <a:buSzPts val="1900"/>
              <a:buChar char="○"/>
            </a:pPr>
            <a:r>
              <a:rPr lang="en" sz="1900"/>
              <a:t>Time Series Graph with time series casting</a:t>
            </a:r>
            <a:endParaRPr sz="1900"/>
          </a:p>
          <a:p>
            <a:pPr indent="-349250" lvl="0" marL="457200" rtl="0" algn="l">
              <a:lnSpc>
                <a:spcPct val="115000"/>
              </a:lnSpc>
              <a:spcBef>
                <a:spcPts val="0"/>
              </a:spcBef>
              <a:spcAft>
                <a:spcPts val="0"/>
              </a:spcAft>
              <a:buSzPts val="1900"/>
              <a:buAutoNum type="arabicPeriod"/>
            </a:pPr>
            <a:r>
              <a:rPr lang="en" sz="1900"/>
              <a:t>Login</a:t>
            </a:r>
            <a:endParaRPr sz="1900"/>
          </a:p>
          <a:p>
            <a:pPr indent="-349250" lvl="0" marL="457200" rtl="0" algn="l">
              <a:lnSpc>
                <a:spcPct val="115000"/>
              </a:lnSpc>
              <a:spcBef>
                <a:spcPts val="0"/>
              </a:spcBef>
              <a:spcAft>
                <a:spcPts val="0"/>
              </a:spcAft>
              <a:buSzPts val="1900"/>
              <a:buAutoNum type="arabicPeriod"/>
            </a:pPr>
            <a:r>
              <a:rPr lang="en" sz="1900"/>
              <a:t>Blacksburg Map</a:t>
            </a:r>
            <a:endParaRPr sz="1900"/>
          </a:p>
          <a:p>
            <a:pPr indent="-349250" lvl="0" marL="457200" rtl="0" algn="l">
              <a:lnSpc>
                <a:spcPct val="115000"/>
              </a:lnSpc>
              <a:spcBef>
                <a:spcPts val="0"/>
              </a:spcBef>
              <a:spcAft>
                <a:spcPts val="0"/>
              </a:spcAft>
              <a:buSzPts val="1900"/>
              <a:buAutoNum type="arabicPeriod"/>
            </a:pPr>
            <a:r>
              <a:rPr lang="en" sz="1900"/>
              <a:t>Filter System (Dropdown menu)</a:t>
            </a:r>
            <a:endParaRPr sz="1900"/>
          </a:p>
          <a:p>
            <a:pPr indent="-349250" lvl="1" marL="914400" rtl="0" algn="l">
              <a:lnSpc>
                <a:spcPct val="115000"/>
              </a:lnSpc>
              <a:spcBef>
                <a:spcPts val="0"/>
              </a:spcBef>
              <a:spcAft>
                <a:spcPts val="0"/>
              </a:spcAft>
              <a:buSzPts val="1900"/>
              <a:buChar char="○"/>
            </a:pPr>
            <a:r>
              <a:rPr lang="en" sz="1900"/>
              <a:t>Nearest parking garage (travel time)</a:t>
            </a:r>
            <a:endParaRPr sz="1900"/>
          </a:p>
          <a:p>
            <a:pPr indent="-349250" lvl="1" marL="914400" rtl="0" algn="l">
              <a:lnSpc>
                <a:spcPct val="115000"/>
              </a:lnSpc>
              <a:spcBef>
                <a:spcPts val="0"/>
              </a:spcBef>
              <a:spcAft>
                <a:spcPts val="0"/>
              </a:spcAft>
              <a:buSzPts val="1900"/>
              <a:buChar char="○"/>
            </a:pPr>
            <a:r>
              <a:rPr lang="en" sz="1900"/>
              <a:t>Shortest distance</a:t>
            </a:r>
            <a:endParaRPr sz="1900"/>
          </a:p>
          <a:p>
            <a:pPr indent="-349250" lvl="1" marL="914400" rtl="0" algn="l">
              <a:lnSpc>
                <a:spcPct val="115000"/>
              </a:lnSpc>
              <a:spcBef>
                <a:spcPts val="0"/>
              </a:spcBef>
              <a:spcAft>
                <a:spcPts val="0"/>
              </a:spcAft>
              <a:buSzPts val="1900"/>
              <a:buChar char="○"/>
            </a:pPr>
            <a:r>
              <a:rPr lang="en" sz="1900"/>
              <a:t>Garage with the most available parking spots</a:t>
            </a:r>
            <a:endParaRPr sz="1900"/>
          </a:p>
          <a:p>
            <a:pPr indent="-349250" lvl="0" marL="457200" rtl="0" algn="l">
              <a:lnSpc>
                <a:spcPct val="115000"/>
              </a:lnSpc>
              <a:spcBef>
                <a:spcPts val="0"/>
              </a:spcBef>
              <a:spcAft>
                <a:spcPts val="0"/>
              </a:spcAft>
              <a:buSzPts val="1900"/>
              <a:buAutoNum type="arabicPeriod"/>
            </a:pPr>
            <a:r>
              <a:rPr lang="en" sz="1900"/>
              <a:t>Weighted Formula Recommendation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3"/>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73"/>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System Architecture</a:t>
            </a:r>
            <a:endParaRPr/>
          </a:p>
        </p:txBody>
      </p:sp>
      <p:sp>
        <p:nvSpPr>
          <p:cNvPr id="615" name="Google Shape;615;p73"/>
          <p:cNvSpPr txBox="1"/>
          <p:nvPr/>
        </p:nvSpPr>
        <p:spPr>
          <a:xfrm>
            <a:off x="1045851" y="1286773"/>
            <a:ext cx="1829100" cy="48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73763"/>
                </a:solidFill>
                <a:latin typeface="Kumbh Sans"/>
                <a:ea typeface="Kumbh Sans"/>
                <a:cs typeface="Kumbh Sans"/>
                <a:sym typeface="Kumbh Sans"/>
              </a:rPr>
              <a:t>Python</a:t>
            </a:r>
            <a:endParaRPr b="1" sz="1800">
              <a:solidFill>
                <a:srgbClr val="073763"/>
              </a:solidFill>
              <a:latin typeface="Kumbh Sans"/>
              <a:ea typeface="Kumbh Sans"/>
              <a:cs typeface="Kumbh Sans"/>
              <a:sym typeface="Kumbh Sans"/>
            </a:endParaRPr>
          </a:p>
        </p:txBody>
      </p:sp>
      <p:sp>
        <p:nvSpPr>
          <p:cNvPr id="616" name="Google Shape;616;p73"/>
          <p:cNvSpPr txBox="1"/>
          <p:nvPr/>
        </p:nvSpPr>
        <p:spPr>
          <a:xfrm>
            <a:off x="955100" y="1696351"/>
            <a:ext cx="2010600" cy="63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73763"/>
                </a:solidFill>
                <a:latin typeface="Kumbh Sans"/>
                <a:ea typeface="Kumbh Sans"/>
                <a:cs typeface="Kumbh Sans"/>
                <a:sym typeface="Kumbh Sans"/>
              </a:rPr>
              <a:t>To create and train the ML Model</a:t>
            </a:r>
            <a:endParaRPr>
              <a:solidFill>
                <a:srgbClr val="073763"/>
              </a:solidFill>
              <a:latin typeface="Kumbh Sans"/>
              <a:ea typeface="Kumbh Sans"/>
              <a:cs typeface="Kumbh Sans"/>
              <a:sym typeface="Kumbh Sans"/>
            </a:endParaRPr>
          </a:p>
        </p:txBody>
      </p:sp>
      <p:sp>
        <p:nvSpPr>
          <p:cNvPr id="617" name="Google Shape;617;p73"/>
          <p:cNvSpPr/>
          <p:nvPr/>
        </p:nvSpPr>
        <p:spPr>
          <a:xfrm>
            <a:off x="4154212" y="2347484"/>
            <a:ext cx="987000" cy="10590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8" name="Google Shape;618;p73"/>
          <p:cNvCxnSpPr>
            <a:endCxn id="619" idx="1"/>
          </p:cNvCxnSpPr>
          <p:nvPr/>
        </p:nvCxnSpPr>
        <p:spPr>
          <a:xfrm>
            <a:off x="2879353" y="1454600"/>
            <a:ext cx="1416900" cy="186300"/>
          </a:xfrm>
          <a:prstGeom prst="bentConnector3">
            <a:avLst>
              <a:gd fmla="val 50000" name="adj1"/>
            </a:avLst>
          </a:prstGeom>
          <a:noFill/>
          <a:ln cap="rnd" cmpd="sng" w="19050">
            <a:solidFill>
              <a:srgbClr val="0B5394"/>
            </a:solidFill>
            <a:prstDash val="solid"/>
            <a:round/>
            <a:headEnd len="med" w="med" type="none"/>
            <a:tailEnd len="med" w="med" type="none"/>
          </a:ln>
        </p:spPr>
      </p:cxnSp>
      <p:sp>
        <p:nvSpPr>
          <p:cNvPr id="620" name="Google Shape;620;p73"/>
          <p:cNvSpPr/>
          <p:nvPr/>
        </p:nvSpPr>
        <p:spPr>
          <a:xfrm>
            <a:off x="3179875" y="2519360"/>
            <a:ext cx="702900" cy="7152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3"/>
          <p:cNvSpPr/>
          <p:nvPr/>
        </p:nvSpPr>
        <p:spPr>
          <a:xfrm>
            <a:off x="4296253" y="1283300"/>
            <a:ext cx="702900" cy="7152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73"/>
          <p:cNvSpPr/>
          <p:nvPr/>
        </p:nvSpPr>
        <p:spPr>
          <a:xfrm>
            <a:off x="4296341" y="3755401"/>
            <a:ext cx="702900" cy="7152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73"/>
          <p:cNvSpPr/>
          <p:nvPr/>
        </p:nvSpPr>
        <p:spPr>
          <a:xfrm>
            <a:off x="5381254" y="2519347"/>
            <a:ext cx="702900" cy="7152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73"/>
          <p:cNvSpPr txBox="1"/>
          <p:nvPr/>
        </p:nvSpPr>
        <p:spPr>
          <a:xfrm>
            <a:off x="523901" y="2388443"/>
            <a:ext cx="1829100" cy="48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73763"/>
                </a:solidFill>
                <a:latin typeface="Kumbh Sans"/>
                <a:ea typeface="Kumbh Sans"/>
                <a:cs typeface="Kumbh Sans"/>
                <a:sym typeface="Kumbh Sans"/>
              </a:rPr>
              <a:t>MySQL</a:t>
            </a:r>
            <a:endParaRPr b="1" sz="1800">
              <a:solidFill>
                <a:srgbClr val="073763"/>
              </a:solidFill>
              <a:latin typeface="Kumbh Sans"/>
              <a:ea typeface="Kumbh Sans"/>
              <a:cs typeface="Kumbh Sans"/>
              <a:sym typeface="Kumbh Sans"/>
            </a:endParaRPr>
          </a:p>
        </p:txBody>
      </p:sp>
      <p:sp>
        <p:nvSpPr>
          <p:cNvPr id="624" name="Google Shape;624;p73"/>
          <p:cNvSpPr txBox="1"/>
          <p:nvPr/>
        </p:nvSpPr>
        <p:spPr>
          <a:xfrm>
            <a:off x="523900" y="2816102"/>
            <a:ext cx="1829100" cy="8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73763"/>
              </a:buClr>
              <a:buSzPts val="1100"/>
              <a:buFont typeface="Arial"/>
              <a:buNone/>
            </a:pPr>
            <a:r>
              <a:rPr lang="en">
                <a:solidFill>
                  <a:srgbClr val="073763"/>
                </a:solidFill>
                <a:latin typeface="Kumbh Sans"/>
                <a:ea typeface="Kumbh Sans"/>
                <a:cs typeface="Kumbh Sans"/>
                <a:sym typeface="Kumbh Sans"/>
              </a:rPr>
              <a:t>Chosen for its </a:t>
            </a:r>
            <a:r>
              <a:rPr b="1" lang="en">
                <a:solidFill>
                  <a:srgbClr val="073763"/>
                </a:solidFill>
                <a:latin typeface="Kumbh Sans"/>
                <a:ea typeface="Kumbh Sans"/>
                <a:cs typeface="Kumbh Sans"/>
                <a:sym typeface="Kumbh Sans"/>
              </a:rPr>
              <a:t>scalability</a:t>
            </a:r>
            <a:r>
              <a:rPr lang="en">
                <a:solidFill>
                  <a:srgbClr val="073763"/>
                </a:solidFill>
                <a:latin typeface="Kumbh Sans"/>
                <a:ea typeface="Kumbh Sans"/>
                <a:cs typeface="Kumbh Sans"/>
                <a:sym typeface="Kumbh Sans"/>
              </a:rPr>
              <a:t> and </a:t>
            </a:r>
            <a:r>
              <a:rPr b="1" lang="en">
                <a:solidFill>
                  <a:srgbClr val="073763"/>
                </a:solidFill>
                <a:latin typeface="Kumbh Sans"/>
                <a:ea typeface="Kumbh Sans"/>
                <a:cs typeface="Kumbh Sans"/>
                <a:sym typeface="Kumbh Sans"/>
              </a:rPr>
              <a:t>high performance</a:t>
            </a:r>
            <a:endParaRPr>
              <a:solidFill>
                <a:srgbClr val="073763"/>
              </a:solidFill>
              <a:latin typeface="Kumbh Sans"/>
              <a:ea typeface="Kumbh Sans"/>
              <a:cs typeface="Kumbh Sans"/>
              <a:sym typeface="Kumbh Sans"/>
            </a:endParaRPr>
          </a:p>
          <a:p>
            <a:pPr indent="0" lvl="0" marL="0" rtl="0" algn="ctr">
              <a:spcBef>
                <a:spcPts val="0"/>
              </a:spcBef>
              <a:spcAft>
                <a:spcPts val="0"/>
              </a:spcAft>
              <a:buNone/>
            </a:pPr>
            <a:r>
              <a:t/>
            </a:r>
            <a:endParaRPr>
              <a:solidFill>
                <a:srgbClr val="073763"/>
              </a:solidFill>
              <a:latin typeface="Kumbh Sans"/>
              <a:ea typeface="Kumbh Sans"/>
              <a:cs typeface="Kumbh Sans"/>
              <a:sym typeface="Kumbh Sans"/>
            </a:endParaRPr>
          </a:p>
        </p:txBody>
      </p:sp>
      <p:sp>
        <p:nvSpPr>
          <p:cNvPr id="625" name="Google Shape;625;p73"/>
          <p:cNvSpPr txBox="1"/>
          <p:nvPr/>
        </p:nvSpPr>
        <p:spPr>
          <a:xfrm>
            <a:off x="6505175" y="1286773"/>
            <a:ext cx="1829100" cy="48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73763"/>
                </a:solidFill>
                <a:latin typeface="Kumbh Sans"/>
                <a:ea typeface="Kumbh Sans"/>
                <a:cs typeface="Kumbh Sans"/>
                <a:sym typeface="Kumbh Sans"/>
              </a:rPr>
              <a:t>Flask</a:t>
            </a:r>
            <a:endParaRPr b="1" sz="1800">
              <a:solidFill>
                <a:srgbClr val="073763"/>
              </a:solidFill>
              <a:latin typeface="Kumbh Sans"/>
              <a:ea typeface="Kumbh Sans"/>
              <a:cs typeface="Kumbh Sans"/>
              <a:sym typeface="Kumbh Sans"/>
            </a:endParaRPr>
          </a:p>
        </p:txBody>
      </p:sp>
      <p:sp>
        <p:nvSpPr>
          <p:cNvPr id="626" name="Google Shape;626;p73"/>
          <p:cNvSpPr txBox="1"/>
          <p:nvPr/>
        </p:nvSpPr>
        <p:spPr>
          <a:xfrm>
            <a:off x="6505174" y="1756581"/>
            <a:ext cx="1829100" cy="8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73763"/>
                </a:solidFill>
                <a:latin typeface="Kumbh Sans"/>
                <a:ea typeface="Kumbh Sans"/>
                <a:cs typeface="Kumbh Sans"/>
                <a:sym typeface="Kumbh Sans"/>
              </a:rPr>
              <a:t>Framework for Python and can easily build APIs</a:t>
            </a:r>
            <a:endParaRPr>
              <a:solidFill>
                <a:srgbClr val="073763"/>
              </a:solidFill>
              <a:latin typeface="Kumbh Sans"/>
              <a:ea typeface="Kumbh Sans"/>
              <a:cs typeface="Kumbh Sans"/>
              <a:sym typeface="Kumbh Sans"/>
            </a:endParaRPr>
          </a:p>
        </p:txBody>
      </p:sp>
      <p:sp>
        <p:nvSpPr>
          <p:cNvPr id="627" name="Google Shape;627;p73"/>
          <p:cNvSpPr txBox="1"/>
          <p:nvPr/>
        </p:nvSpPr>
        <p:spPr>
          <a:xfrm>
            <a:off x="6505175" y="3161743"/>
            <a:ext cx="1829100" cy="48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73763"/>
                </a:solidFill>
                <a:latin typeface="Kumbh Sans"/>
                <a:ea typeface="Kumbh Sans"/>
                <a:cs typeface="Kumbh Sans"/>
                <a:sym typeface="Kumbh Sans"/>
              </a:rPr>
              <a:t>React</a:t>
            </a:r>
            <a:endParaRPr b="1" sz="1800">
              <a:solidFill>
                <a:srgbClr val="073763"/>
              </a:solidFill>
              <a:latin typeface="Kumbh Sans"/>
              <a:ea typeface="Kumbh Sans"/>
              <a:cs typeface="Kumbh Sans"/>
              <a:sym typeface="Kumbh Sans"/>
            </a:endParaRPr>
          </a:p>
        </p:txBody>
      </p:sp>
      <p:sp>
        <p:nvSpPr>
          <p:cNvPr id="628" name="Google Shape;628;p73"/>
          <p:cNvSpPr txBox="1"/>
          <p:nvPr/>
        </p:nvSpPr>
        <p:spPr>
          <a:xfrm>
            <a:off x="6505174" y="3631552"/>
            <a:ext cx="1829100" cy="8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73763"/>
              </a:buClr>
              <a:buSzPts val="1100"/>
              <a:buFont typeface="Arial"/>
              <a:buNone/>
            </a:pPr>
            <a:r>
              <a:rPr lang="en">
                <a:solidFill>
                  <a:srgbClr val="073763"/>
                </a:solidFill>
                <a:latin typeface="Kumbh Sans"/>
                <a:ea typeface="Kumbh Sans"/>
                <a:cs typeface="Kumbh Sans"/>
                <a:sym typeface="Kumbh Sans"/>
              </a:rPr>
              <a:t>Easy to use and will ensure an efficient and responsive UI</a:t>
            </a:r>
            <a:endParaRPr>
              <a:solidFill>
                <a:srgbClr val="073763"/>
              </a:solidFill>
              <a:latin typeface="Kumbh Sans"/>
              <a:ea typeface="Kumbh Sans"/>
              <a:cs typeface="Kumbh Sans"/>
              <a:sym typeface="Kumbh Sans"/>
            </a:endParaRPr>
          </a:p>
          <a:p>
            <a:pPr indent="0" lvl="0" marL="0" rtl="0" algn="ctr">
              <a:spcBef>
                <a:spcPts val="0"/>
              </a:spcBef>
              <a:spcAft>
                <a:spcPts val="0"/>
              </a:spcAft>
              <a:buNone/>
            </a:pPr>
            <a:r>
              <a:t/>
            </a:r>
            <a:endParaRPr>
              <a:solidFill>
                <a:srgbClr val="073763"/>
              </a:solidFill>
              <a:latin typeface="Kumbh Sans"/>
              <a:ea typeface="Kumbh Sans"/>
              <a:cs typeface="Kumbh Sans"/>
              <a:sym typeface="Kumbh Sans"/>
            </a:endParaRPr>
          </a:p>
        </p:txBody>
      </p:sp>
      <p:cxnSp>
        <p:nvCxnSpPr>
          <p:cNvPr id="629" name="Google Shape;629;p73"/>
          <p:cNvCxnSpPr>
            <a:stCxn id="624" idx="3"/>
          </p:cNvCxnSpPr>
          <p:nvPr/>
        </p:nvCxnSpPr>
        <p:spPr>
          <a:xfrm flipH="1" rot="10800000">
            <a:off x="2353000" y="2877152"/>
            <a:ext cx="826800" cy="356700"/>
          </a:xfrm>
          <a:prstGeom prst="bentConnector3">
            <a:avLst>
              <a:gd fmla="val 50000" name="adj1"/>
            </a:avLst>
          </a:prstGeom>
          <a:noFill/>
          <a:ln cap="rnd" cmpd="sng" w="19050">
            <a:solidFill>
              <a:srgbClr val="0B5394"/>
            </a:solidFill>
            <a:prstDash val="solid"/>
            <a:round/>
            <a:headEnd len="med" w="med" type="none"/>
            <a:tailEnd len="med" w="med" type="none"/>
          </a:ln>
        </p:spPr>
      </p:cxnSp>
      <p:cxnSp>
        <p:nvCxnSpPr>
          <p:cNvPr id="630" name="Google Shape;630;p73"/>
          <p:cNvCxnSpPr>
            <a:stCxn id="627" idx="1"/>
            <a:endCxn id="621" idx="3"/>
          </p:cNvCxnSpPr>
          <p:nvPr/>
        </p:nvCxnSpPr>
        <p:spPr>
          <a:xfrm flipH="1">
            <a:off x="4999175" y="3406093"/>
            <a:ext cx="1506000" cy="706800"/>
          </a:xfrm>
          <a:prstGeom prst="bentConnector3">
            <a:avLst>
              <a:gd fmla="val 49998" name="adj1"/>
            </a:avLst>
          </a:prstGeom>
          <a:noFill/>
          <a:ln cap="rnd" cmpd="sng" w="19050">
            <a:solidFill>
              <a:srgbClr val="0B5394"/>
            </a:solidFill>
            <a:prstDash val="solid"/>
            <a:round/>
            <a:headEnd len="med" w="med" type="none"/>
            <a:tailEnd len="med" w="med" type="none"/>
          </a:ln>
        </p:spPr>
      </p:cxnSp>
      <p:cxnSp>
        <p:nvCxnSpPr>
          <p:cNvPr id="631" name="Google Shape;631;p73"/>
          <p:cNvCxnSpPr>
            <a:stCxn id="625" idx="1"/>
            <a:endCxn id="622" idx="3"/>
          </p:cNvCxnSpPr>
          <p:nvPr/>
        </p:nvCxnSpPr>
        <p:spPr>
          <a:xfrm flipH="1">
            <a:off x="6084275" y="1531123"/>
            <a:ext cx="420900" cy="1345800"/>
          </a:xfrm>
          <a:prstGeom prst="bentConnector3">
            <a:avLst>
              <a:gd fmla="val 50014" name="adj1"/>
            </a:avLst>
          </a:prstGeom>
          <a:noFill/>
          <a:ln cap="rnd" cmpd="sng" w="19050">
            <a:solidFill>
              <a:srgbClr val="0B5394"/>
            </a:solidFill>
            <a:prstDash val="solid"/>
            <a:round/>
            <a:headEnd len="med" w="med" type="none"/>
            <a:tailEnd len="med" w="med" type="none"/>
          </a:ln>
        </p:spPr>
      </p:cxnSp>
      <p:cxnSp>
        <p:nvCxnSpPr>
          <p:cNvPr id="632" name="Google Shape;632;p73"/>
          <p:cNvCxnSpPr>
            <a:stCxn id="617" idx="0"/>
            <a:endCxn id="619" idx="2"/>
          </p:cNvCxnSpPr>
          <p:nvPr/>
        </p:nvCxnSpPr>
        <p:spPr>
          <a:xfrm rot="10800000">
            <a:off x="4647712" y="1998584"/>
            <a:ext cx="0" cy="348900"/>
          </a:xfrm>
          <a:prstGeom prst="straightConnector1">
            <a:avLst/>
          </a:prstGeom>
          <a:noFill/>
          <a:ln cap="rnd" cmpd="sng" w="19050">
            <a:solidFill>
              <a:srgbClr val="0B5394"/>
            </a:solidFill>
            <a:prstDash val="solid"/>
            <a:round/>
            <a:headEnd len="med" w="med" type="none"/>
            <a:tailEnd len="med" w="med" type="none"/>
          </a:ln>
        </p:spPr>
      </p:cxnSp>
      <p:cxnSp>
        <p:nvCxnSpPr>
          <p:cNvPr id="633" name="Google Shape;633;p73"/>
          <p:cNvCxnSpPr>
            <a:stCxn id="620" idx="3"/>
            <a:endCxn id="617" idx="1"/>
          </p:cNvCxnSpPr>
          <p:nvPr/>
        </p:nvCxnSpPr>
        <p:spPr>
          <a:xfrm>
            <a:off x="3882775" y="2876960"/>
            <a:ext cx="271500" cy="0"/>
          </a:xfrm>
          <a:prstGeom prst="straightConnector1">
            <a:avLst/>
          </a:prstGeom>
          <a:noFill/>
          <a:ln cap="rnd" cmpd="sng" w="19050">
            <a:solidFill>
              <a:srgbClr val="0B5394"/>
            </a:solidFill>
            <a:prstDash val="solid"/>
            <a:round/>
            <a:headEnd len="med" w="med" type="none"/>
            <a:tailEnd len="med" w="med" type="none"/>
          </a:ln>
        </p:spPr>
      </p:cxnSp>
      <p:cxnSp>
        <p:nvCxnSpPr>
          <p:cNvPr id="634" name="Google Shape;634;p73"/>
          <p:cNvCxnSpPr>
            <a:stCxn id="617" idx="3"/>
            <a:endCxn id="622" idx="1"/>
          </p:cNvCxnSpPr>
          <p:nvPr/>
        </p:nvCxnSpPr>
        <p:spPr>
          <a:xfrm>
            <a:off x="5141212" y="2876984"/>
            <a:ext cx="240000" cy="0"/>
          </a:xfrm>
          <a:prstGeom prst="straightConnector1">
            <a:avLst/>
          </a:prstGeom>
          <a:noFill/>
          <a:ln cap="rnd" cmpd="sng" w="19050">
            <a:solidFill>
              <a:srgbClr val="0B5394"/>
            </a:solidFill>
            <a:prstDash val="solid"/>
            <a:round/>
            <a:headEnd len="med" w="med" type="none"/>
            <a:tailEnd len="med" w="med" type="none"/>
          </a:ln>
        </p:spPr>
      </p:cxnSp>
      <p:cxnSp>
        <p:nvCxnSpPr>
          <p:cNvPr id="635" name="Google Shape;635;p73"/>
          <p:cNvCxnSpPr>
            <a:stCxn id="617" idx="2"/>
            <a:endCxn id="621" idx="0"/>
          </p:cNvCxnSpPr>
          <p:nvPr/>
        </p:nvCxnSpPr>
        <p:spPr>
          <a:xfrm>
            <a:off x="4647712" y="3406484"/>
            <a:ext cx="0" cy="348900"/>
          </a:xfrm>
          <a:prstGeom prst="straightConnector1">
            <a:avLst/>
          </a:prstGeom>
          <a:noFill/>
          <a:ln cap="rnd" cmpd="sng" w="19050">
            <a:solidFill>
              <a:srgbClr val="0B5394"/>
            </a:solidFill>
            <a:prstDash val="solid"/>
            <a:round/>
            <a:headEnd len="med" w="med" type="none"/>
            <a:tailEnd len="med" w="med" type="none"/>
          </a:ln>
        </p:spPr>
      </p:cxnSp>
      <p:pic>
        <p:nvPicPr>
          <p:cNvPr id="636" name="Google Shape;636;p73"/>
          <p:cNvPicPr preferRelativeResize="0"/>
          <p:nvPr/>
        </p:nvPicPr>
        <p:blipFill>
          <a:blip r:embed="rId3">
            <a:alphaModFix/>
          </a:blip>
          <a:stretch>
            <a:fillRect/>
          </a:stretch>
        </p:blipFill>
        <p:spPr>
          <a:xfrm>
            <a:off x="4346013" y="1333897"/>
            <a:ext cx="603421" cy="614001"/>
          </a:xfrm>
          <a:prstGeom prst="rect">
            <a:avLst/>
          </a:prstGeom>
          <a:noFill/>
          <a:ln>
            <a:noFill/>
          </a:ln>
        </p:spPr>
      </p:pic>
      <p:pic>
        <p:nvPicPr>
          <p:cNvPr id="637" name="Google Shape;637;p73"/>
          <p:cNvPicPr preferRelativeResize="0"/>
          <p:nvPr/>
        </p:nvPicPr>
        <p:blipFill>
          <a:blip r:embed="rId4">
            <a:alphaModFix/>
          </a:blip>
          <a:stretch>
            <a:fillRect/>
          </a:stretch>
        </p:blipFill>
        <p:spPr>
          <a:xfrm>
            <a:off x="5539399" y="2610423"/>
            <a:ext cx="386700" cy="533038"/>
          </a:xfrm>
          <a:prstGeom prst="rect">
            <a:avLst/>
          </a:prstGeom>
          <a:noFill/>
          <a:ln>
            <a:noFill/>
          </a:ln>
        </p:spPr>
      </p:pic>
      <p:pic>
        <p:nvPicPr>
          <p:cNvPr id="638" name="Google Shape;638;p73"/>
          <p:cNvPicPr preferRelativeResize="0"/>
          <p:nvPr/>
        </p:nvPicPr>
        <p:blipFill>
          <a:blip r:embed="rId5">
            <a:alphaModFix/>
          </a:blip>
          <a:stretch>
            <a:fillRect/>
          </a:stretch>
        </p:blipFill>
        <p:spPr>
          <a:xfrm>
            <a:off x="4366349" y="3805986"/>
            <a:ext cx="562900" cy="603918"/>
          </a:xfrm>
          <a:prstGeom prst="rect">
            <a:avLst/>
          </a:prstGeom>
          <a:noFill/>
          <a:ln>
            <a:noFill/>
          </a:ln>
        </p:spPr>
      </p:pic>
      <p:pic>
        <p:nvPicPr>
          <p:cNvPr id="639" name="Google Shape;639;p73"/>
          <p:cNvPicPr preferRelativeResize="0"/>
          <p:nvPr/>
        </p:nvPicPr>
        <p:blipFill>
          <a:blip r:embed="rId6">
            <a:alphaModFix/>
          </a:blip>
          <a:stretch>
            <a:fillRect/>
          </a:stretch>
        </p:blipFill>
        <p:spPr>
          <a:xfrm>
            <a:off x="3249875" y="2574992"/>
            <a:ext cx="562899" cy="603917"/>
          </a:xfrm>
          <a:prstGeom prst="rect">
            <a:avLst/>
          </a:prstGeom>
          <a:noFill/>
          <a:ln>
            <a:noFill/>
          </a:ln>
        </p:spPr>
      </p:pic>
      <p:pic>
        <p:nvPicPr>
          <p:cNvPr id="640" name="Google Shape;640;p73"/>
          <p:cNvPicPr preferRelativeResize="0"/>
          <p:nvPr/>
        </p:nvPicPr>
        <p:blipFill>
          <a:blip r:embed="rId7">
            <a:alphaModFix/>
          </a:blip>
          <a:stretch>
            <a:fillRect/>
          </a:stretch>
        </p:blipFill>
        <p:spPr>
          <a:xfrm>
            <a:off x="4296308" y="2499877"/>
            <a:ext cx="702900" cy="754118"/>
          </a:xfrm>
          <a:prstGeom prst="rect">
            <a:avLst/>
          </a:prstGeom>
          <a:noFill/>
          <a:ln>
            <a:noFill/>
          </a:ln>
        </p:spPr>
      </p:pic>
      <p:sp>
        <p:nvSpPr>
          <p:cNvPr id="641" name="Google Shape;641;p73"/>
          <p:cNvSpPr/>
          <p:nvPr/>
        </p:nvSpPr>
        <p:spPr>
          <a:xfrm>
            <a:off x="3249866" y="3755401"/>
            <a:ext cx="702900" cy="7152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2" name="Google Shape;642;p73"/>
          <p:cNvCxnSpPr/>
          <p:nvPr/>
        </p:nvCxnSpPr>
        <p:spPr>
          <a:xfrm flipH="1" rot="10800000">
            <a:off x="3556012" y="3409484"/>
            <a:ext cx="900" cy="345900"/>
          </a:xfrm>
          <a:prstGeom prst="straightConnector1">
            <a:avLst/>
          </a:prstGeom>
          <a:noFill/>
          <a:ln cap="rnd" cmpd="sng" w="19050">
            <a:solidFill>
              <a:srgbClr val="0B5394"/>
            </a:solidFill>
            <a:prstDash val="solid"/>
            <a:round/>
            <a:headEnd len="med" w="med" type="none"/>
            <a:tailEnd len="med" w="med" type="none"/>
          </a:ln>
        </p:spPr>
      </p:cxnSp>
      <p:cxnSp>
        <p:nvCxnSpPr>
          <p:cNvPr id="643" name="Google Shape;643;p73"/>
          <p:cNvCxnSpPr>
            <a:stCxn id="617" idx="2"/>
          </p:cNvCxnSpPr>
          <p:nvPr/>
        </p:nvCxnSpPr>
        <p:spPr>
          <a:xfrm flipH="1">
            <a:off x="3556912" y="3406484"/>
            <a:ext cx="1090800" cy="12300"/>
          </a:xfrm>
          <a:prstGeom prst="straightConnector1">
            <a:avLst/>
          </a:prstGeom>
          <a:noFill/>
          <a:ln cap="rnd" cmpd="sng" w="19050">
            <a:solidFill>
              <a:srgbClr val="0B5394"/>
            </a:solidFill>
            <a:prstDash val="solid"/>
            <a:round/>
            <a:headEnd len="med" w="med" type="none"/>
            <a:tailEnd len="med" w="med" type="none"/>
          </a:ln>
        </p:spPr>
      </p:cxnSp>
      <p:sp>
        <p:nvSpPr>
          <p:cNvPr id="644" name="Google Shape;644;p73"/>
          <p:cNvSpPr txBox="1"/>
          <p:nvPr/>
        </p:nvSpPr>
        <p:spPr>
          <a:xfrm>
            <a:off x="1446701" y="3780143"/>
            <a:ext cx="1829100" cy="48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73763"/>
                </a:solidFill>
                <a:latin typeface="Kumbh Sans"/>
                <a:ea typeface="Kumbh Sans"/>
                <a:cs typeface="Kumbh Sans"/>
                <a:sym typeface="Kumbh Sans"/>
              </a:rPr>
              <a:t>Express</a:t>
            </a:r>
            <a:endParaRPr b="1" sz="1800">
              <a:solidFill>
                <a:srgbClr val="073763"/>
              </a:solidFill>
              <a:latin typeface="Kumbh Sans"/>
              <a:ea typeface="Kumbh Sans"/>
              <a:cs typeface="Kumbh Sans"/>
              <a:sym typeface="Kumbh Sans"/>
            </a:endParaRPr>
          </a:p>
        </p:txBody>
      </p:sp>
      <p:pic>
        <p:nvPicPr>
          <p:cNvPr id="645" name="Google Shape;645;p73"/>
          <p:cNvPicPr preferRelativeResize="0"/>
          <p:nvPr/>
        </p:nvPicPr>
        <p:blipFill rotWithShape="1">
          <a:blip r:embed="rId8">
            <a:alphaModFix/>
          </a:blip>
          <a:srcRect b="17754" l="55281" r="1608" t="15897"/>
          <a:stretch/>
        </p:blipFill>
        <p:spPr>
          <a:xfrm>
            <a:off x="3275792" y="3793200"/>
            <a:ext cx="624020" cy="639600"/>
          </a:xfrm>
          <a:prstGeom prst="rect">
            <a:avLst/>
          </a:prstGeom>
          <a:noFill/>
          <a:ln>
            <a:noFill/>
          </a:ln>
        </p:spPr>
      </p:pic>
      <p:sp>
        <p:nvSpPr>
          <p:cNvPr id="646" name="Google Shape;646;p73"/>
          <p:cNvSpPr txBox="1"/>
          <p:nvPr/>
        </p:nvSpPr>
        <p:spPr>
          <a:xfrm>
            <a:off x="1467250" y="4136850"/>
            <a:ext cx="1788000" cy="63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73763"/>
              </a:buClr>
              <a:buSzPts val="1100"/>
              <a:buFont typeface="Arial"/>
              <a:buNone/>
            </a:pPr>
            <a:r>
              <a:rPr lang="en">
                <a:solidFill>
                  <a:srgbClr val="073763"/>
                </a:solidFill>
                <a:latin typeface="Kumbh Sans"/>
                <a:ea typeface="Kumbh Sans"/>
                <a:cs typeface="Kumbh Sans"/>
                <a:sym typeface="Kumbh Sans"/>
              </a:rPr>
              <a:t>Server to communicate and connect system</a:t>
            </a:r>
            <a:endParaRPr>
              <a:solidFill>
                <a:srgbClr val="073763"/>
              </a:solidFill>
              <a:latin typeface="Kumbh Sans"/>
              <a:ea typeface="Kumbh Sans"/>
              <a:cs typeface="Kumbh Sans"/>
              <a:sym typeface="Kumbh Sans"/>
            </a:endParaRPr>
          </a:p>
          <a:p>
            <a:pPr indent="0" lvl="0" marL="0" rtl="0" algn="l">
              <a:spcBef>
                <a:spcPts val="0"/>
              </a:spcBef>
              <a:spcAft>
                <a:spcPts val="0"/>
              </a:spcAft>
              <a:buClr>
                <a:srgbClr val="073763"/>
              </a:buClr>
              <a:buSzPts val="1100"/>
              <a:buFont typeface="Arial"/>
              <a:buNone/>
            </a:pPr>
            <a:r>
              <a:t/>
            </a:r>
            <a:endParaRPr>
              <a:solidFill>
                <a:srgbClr val="073763"/>
              </a:solidFill>
              <a:latin typeface="Kumbh Sans"/>
              <a:ea typeface="Kumbh Sans"/>
              <a:cs typeface="Kumbh Sans"/>
              <a:sym typeface="Kumbh Sans"/>
            </a:endParaRPr>
          </a:p>
          <a:p>
            <a:pPr indent="0" lvl="0" marL="0" rtl="0" algn="ctr">
              <a:spcBef>
                <a:spcPts val="0"/>
              </a:spcBef>
              <a:spcAft>
                <a:spcPts val="0"/>
              </a:spcAft>
              <a:buNone/>
            </a:pPr>
            <a:r>
              <a:t/>
            </a:r>
            <a:endParaRPr>
              <a:solidFill>
                <a:srgbClr val="073763"/>
              </a:solidFill>
              <a:latin typeface="Kumbh Sans"/>
              <a:ea typeface="Kumbh Sans"/>
              <a:cs typeface="Kumbh Sans"/>
              <a:sym typeface="Kumbh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74"/>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74"/>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ML Model</a:t>
            </a:r>
            <a:endParaRPr/>
          </a:p>
        </p:txBody>
      </p:sp>
      <p:sp>
        <p:nvSpPr>
          <p:cNvPr id="653" name="Google Shape;653;p74"/>
          <p:cNvSpPr txBox="1"/>
          <p:nvPr>
            <p:ph idx="1" type="subTitle"/>
          </p:nvPr>
        </p:nvSpPr>
        <p:spPr>
          <a:xfrm>
            <a:off x="691450" y="1251279"/>
            <a:ext cx="3738300" cy="1608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Time-based data extracted</a:t>
            </a:r>
            <a:endParaRPr sz="1500"/>
          </a:p>
          <a:p>
            <a:pPr indent="-323850" lvl="0" marL="457200" rtl="0" algn="l">
              <a:lnSpc>
                <a:spcPct val="115000"/>
              </a:lnSpc>
              <a:spcBef>
                <a:spcPts val="0"/>
              </a:spcBef>
              <a:spcAft>
                <a:spcPts val="0"/>
              </a:spcAft>
              <a:buSzPts val="1500"/>
              <a:buChar char="●"/>
            </a:pPr>
            <a:r>
              <a:rPr lang="en" sz="1500"/>
              <a:t>Long Short-Term Memory (LSTM) a recurrent neural network process</a:t>
            </a:r>
            <a:endParaRPr sz="1500"/>
          </a:p>
        </p:txBody>
      </p:sp>
      <p:sp>
        <p:nvSpPr>
          <p:cNvPr id="654" name="Google Shape;654;p74"/>
          <p:cNvSpPr/>
          <p:nvPr/>
        </p:nvSpPr>
        <p:spPr>
          <a:xfrm>
            <a:off x="6253325" y="106477"/>
            <a:ext cx="3659450" cy="1760934"/>
          </a:xfrm>
          <a:custGeom>
            <a:rect b="b" l="l" r="r" t="t"/>
            <a:pathLst>
              <a:path extrusionOk="0" h="97993" w="146378">
                <a:moveTo>
                  <a:pt x="0" y="97993"/>
                </a:moveTo>
                <a:cubicBezTo>
                  <a:pt x="7033" y="95252"/>
                  <a:pt x="34489" y="90603"/>
                  <a:pt x="42197" y="81544"/>
                </a:cubicBezTo>
                <a:cubicBezTo>
                  <a:pt x="49905" y="72485"/>
                  <a:pt x="38422" y="50472"/>
                  <a:pt x="46249" y="43638"/>
                </a:cubicBezTo>
                <a:cubicBezTo>
                  <a:pt x="54077" y="36804"/>
                  <a:pt x="78394" y="47572"/>
                  <a:pt x="89162" y="40539"/>
                </a:cubicBezTo>
                <a:cubicBezTo>
                  <a:pt x="99930" y="33506"/>
                  <a:pt x="101320" y="6726"/>
                  <a:pt x="110856" y="1441"/>
                </a:cubicBezTo>
                <a:cubicBezTo>
                  <a:pt x="120392" y="-3844"/>
                  <a:pt x="140458" y="7599"/>
                  <a:pt x="146378" y="8831"/>
                </a:cubicBezTo>
              </a:path>
            </a:pathLst>
          </a:custGeom>
          <a:noFill/>
          <a:ln cap="flat" cmpd="sng" w="19050">
            <a:solidFill>
              <a:schemeClr val="dk2"/>
            </a:solidFill>
            <a:prstDash val="dash"/>
            <a:round/>
            <a:headEnd len="med" w="med" type="none"/>
            <a:tailEnd len="med" w="med" type="none"/>
          </a:ln>
        </p:spPr>
      </p:sp>
      <p:sp>
        <p:nvSpPr>
          <p:cNvPr id="655" name="Google Shape;655;p74"/>
          <p:cNvSpPr/>
          <p:nvPr/>
        </p:nvSpPr>
        <p:spPr>
          <a:xfrm rot="3378215">
            <a:off x="6171208" y="3512929"/>
            <a:ext cx="3659499" cy="1760886"/>
          </a:xfrm>
          <a:custGeom>
            <a:rect b="b" l="l" r="r" t="t"/>
            <a:pathLst>
              <a:path extrusionOk="0" h="97993" w="146378">
                <a:moveTo>
                  <a:pt x="0" y="97993"/>
                </a:moveTo>
                <a:cubicBezTo>
                  <a:pt x="7033" y="95252"/>
                  <a:pt x="34489" y="90603"/>
                  <a:pt x="42197" y="81544"/>
                </a:cubicBezTo>
                <a:cubicBezTo>
                  <a:pt x="49905" y="72485"/>
                  <a:pt x="38422" y="50472"/>
                  <a:pt x="46249" y="43638"/>
                </a:cubicBezTo>
                <a:cubicBezTo>
                  <a:pt x="54077" y="36804"/>
                  <a:pt x="78394" y="47572"/>
                  <a:pt x="89162" y="40539"/>
                </a:cubicBezTo>
                <a:cubicBezTo>
                  <a:pt x="99930" y="33506"/>
                  <a:pt x="101320" y="6726"/>
                  <a:pt x="110856" y="1441"/>
                </a:cubicBezTo>
                <a:cubicBezTo>
                  <a:pt x="120392" y="-3844"/>
                  <a:pt x="140458" y="7599"/>
                  <a:pt x="146378" y="8831"/>
                </a:cubicBezTo>
              </a:path>
            </a:pathLst>
          </a:custGeom>
          <a:noFill/>
          <a:ln cap="flat" cmpd="sng" w="19050">
            <a:solidFill>
              <a:schemeClr val="dk2"/>
            </a:solidFill>
            <a:prstDash val="dash"/>
            <a:round/>
            <a:headEnd len="med" w="med" type="none"/>
            <a:tailEnd len="med" w="med" type="none"/>
          </a:ln>
        </p:spPr>
      </p:sp>
      <p:pic>
        <p:nvPicPr>
          <p:cNvPr id="656" name="Google Shape;656;p74"/>
          <p:cNvPicPr preferRelativeResize="0"/>
          <p:nvPr/>
        </p:nvPicPr>
        <p:blipFill>
          <a:blip r:embed="rId3">
            <a:alphaModFix/>
          </a:blip>
          <a:stretch>
            <a:fillRect/>
          </a:stretch>
        </p:blipFill>
        <p:spPr>
          <a:xfrm>
            <a:off x="952700" y="2571752"/>
            <a:ext cx="2919874" cy="2104225"/>
          </a:xfrm>
          <a:prstGeom prst="rect">
            <a:avLst/>
          </a:prstGeom>
          <a:noFill/>
          <a:ln>
            <a:noFill/>
          </a:ln>
        </p:spPr>
      </p:pic>
      <p:pic>
        <p:nvPicPr>
          <p:cNvPr id="657" name="Google Shape;657;p74"/>
          <p:cNvPicPr preferRelativeResize="0"/>
          <p:nvPr/>
        </p:nvPicPr>
        <p:blipFill>
          <a:blip r:embed="rId4">
            <a:alphaModFix/>
          </a:blip>
          <a:stretch>
            <a:fillRect/>
          </a:stretch>
        </p:blipFill>
        <p:spPr>
          <a:xfrm>
            <a:off x="4572000" y="1519637"/>
            <a:ext cx="4083993" cy="2104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75"/>
          <p:cNvSpPr txBox="1"/>
          <p:nvPr>
            <p:ph type="title"/>
          </p:nvPr>
        </p:nvSpPr>
        <p:spPr>
          <a:xfrm rot="-1006">
            <a:off x="1321512" y="2991135"/>
            <a:ext cx="30759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5"/>
          <p:cNvSpPr txBox="1"/>
          <p:nvPr>
            <p:ph idx="1" type="subTitle"/>
          </p:nvPr>
        </p:nvSpPr>
        <p:spPr>
          <a:xfrm>
            <a:off x="437400" y="411000"/>
            <a:ext cx="6169500" cy="50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a:latin typeface="Kumbh Sans SemiBold"/>
                <a:ea typeface="Kumbh Sans SemiBold"/>
                <a:cs typeface="Kumbh Sans SemiBold"/>
                <a:sym typeface="Kumbh Sans SemiBold"/>
              </a:rPr>
              <a:t>Training the data</a:t>
            </a:r>
            <a:endParaRPr/>
          </a:p>
        </p:txBody>
      </p:sp>
      <p:pic>
        <p:nvPicPr>
          <p:cNvPr id="664" name="Google Shape;664;p75"/>
          <p:cNvPicPr preferRelativeResize="0"/>
          <p:nvPr/>
        </p:nvPicPr>
        <p:blipFill>
          <a:blip r:embed="rId3">
            <a:alphaModFix/>
          </a:blip>
          <a:stretch>
            <a:fillRect/>
          </a:stretch>
        </p:blipFill>
        <p:spPr>
          <a:xfrm>
            <a:off x="4855788" y="2638126"/>
            <a:ext cx="3950126" cy="2033951"/>
          </a:xfrm>
          <a:prstGeom prst="rect">
            <a:avLst/>
          </a:prstGeom>
          <a:noFill/>
          <a:ln>
            <a:noFill/>
          </a:ln>
        </p:spPr>
      </p:pic>
      <p:pic>
        <p:nvPicPr>
          <p:cNvPr id="665" name="Google Shape;665;p75"/>
          <p:cNvPicPr preferRelativeResize="0"/>
          <p:nvPr/>
        </p:nvPicPr>
        <p:blipFill rotWithShape="1">
          <a:blip r:embed="rId4">
            <a:alphaModFix/>
          </a:blip>
          <a:srcRect b="0" l="-2312" r="0" t="-5042"/>
          <a:stretch/>
        </p:blipFill>
        <p:spPr>
          <a:xfrm>
            <a:off x="437400" y="2659250"/>
            <a:ext cx="3730199" cy="1991705"/>
          </a:xfrm>
          <a:prstGeom prst="rect">
            <a:avLst/>
          </a:prstGeom>
          <a:noFill/>
          <a:ln>
            <a:noFill/>
          </a:ln>
        </p:spPr>
      </p:pic>
      <p:pic>
        <p:nvPicPr>
          <p:cNvPr id="666" name="Google Shape;666;p75"/>
          <p:cNvPicPr preferRelativeResize="0"/>
          <p:nvPr/>
        </p:nvPicPr>
        <p:blipFill>
          <a:blip r:embed="rId5">
            <a:alphaModFix/>
          </a:blip>
          <a:stretch>
            <a:fillRect/>
          </a:stretch>
        </p:blipFill>
        <p:spPr>
          <a:xfrm>
            <a:off x="4965762" y="411012"/>
            <a:ext cx="3730199" cy="1957863"/>
          </a:xfrm>
          <a:prstGeom prst="rect">
            <a:avLst/>
          </a:prstGeom>
          <a:noFill/>
          <a:ln>
            <a:noFill/>
          </a:ln>
        </p:spPr>
      </p:pic>
      <p:sp>
        <p:nvSpPr>
          <p:cNvPr id="667" name="Google Shape;667;p75"/>
          <p:cNvSpPr txBox="1"/>
          <p:nvPr/>
        </p:nvSpPr>
        <p:spPr>
          <a:xfrm>
            <a:off x="437400" y="1180550"/>
            <a:ext cx="4134600" cy="8727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Albert Sans"/>
              <a:buChar char="●"/>
            </a:pPr>
            <a:r>
              <a:rPr lang="en">
                <a:solidFill>
                  <a:schemeClr val="dk1"/>
                </a:solidFill>
                <a:latin typeface="Albert Sans"/>
                <a:ea typeface="Albert Sans"/>
                <a:cs typeface="Albert Sans"/>
                <a:sym typeface="Albert Sans"/>
              </a:rPr>
              <a:t>Produce folds (iterations of training and testing)</a:t>
            </a:r>
            <a:endParaRPr>
              <a:solidFill>
                <a:schemeClr val="dk1"/>
              </a:solidFill>
              <a:latin typeface="Albert Sans"/>
              <a:ea typeface="Albert Sans"/>
              <a:cs typeface="Albert Sans"/>
              <a:sym typeface="Albert Sans"/>
            </a:endParaRPr>
          </a:p>
          <a:p>
            <a:pPr indent="-323850" lvl="0" marL="457200" rtl="0" algn="l">
              <a:lnSpc>
                <a:spcPct val="115000"/>
              </a:lnSpc>
              <a:spcBef>
                <a:spcPts val="0"/>
              </a:spcBef>
              <a:spcAft>
                <a:spcPts val="0"/>
              </a:spcAft>
              <a:buClr>
                <a:schemeClr val="dk1"/>
              </a:buClr>
              <a:buSzPts val="1500"/>
              <a:buFont typeface="Albert Sans"/>
              <a:buChar char="●"/>
            </a:pPr>
            <a:r>
              <a:rPr lang="en">
                <a:solidFill>
                  <a:schemeClr val="dk1"/>
                </a:solidFill>
                <a:latin typeface="Albert Sans"/>
                <a:ea typeface="Albert Sans"/>
                <a:cs typeface="Albert Sans"/>
                <a:sym typeface="Albert Sans"/>
              </a:rPr>
              <a:t>Trained data is passed into backend</a:t>
            </a:r>
            <a:endParaRPr>
              <a:solidFill>
                <a:schemeClr val="dk1"/>
              </a:solidFill>
              <a:latin typeface="Albert Sans"/>
              <a:ea typeface="Albert Sans"/>
              <a:cs typeface="Albert Sans"/>
              <a:sym typeface="Alber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76"/>
          <p:cNvSpPr/>
          <p:nvPr/>
        </p:nvSpPr>
        <p:spPr>
          <a:xfrm>
            <a:off x="6276900" y="-44948"/>
            <a:ext cx="3659450" cy="1760934"/>
          </a:xfrm>
          <a:custGeom>
            <a:rect b="b" l="l" r="r" t="t"/>
            <a:pathLst>
              <a:path extrusionOk="0" h="97993" w="146378">
                <a:moveTo>
                  <a:pt x="0" y="97993"/>
                </a:moveTo>
                <a:cubicBezTo>
                  <a:pt x="7033" y="95252"/>
                  <a:pt x="34489" y="90603"/>
                  <a:pt x="42197" y="81544"/>
                </a:cubicBezTo>
                <a:cubicBezTo>
                  <a:pt x="49905" y="72485"/>
                  <a:pt x="38422" y="50472"/>
                  <a:pt x="46249" y="43638"/>
                </a:cubicBezTo>
                <a:cubicBezTo>
                  <a:pt x="54077" y="36804"/>
                  <a:pt x="78394" y="47572"/>
                  <a:pt x="89162" y="40539"/>
                </a:cubicBezTo>
                <a:cubicBezTo>
                  <a:pt x="99930" y="33506"/>
                  <a:pt x="101320" y="6726"/>
                  <a:pt x="110856" y="1441"/>
                </a:cubicBezTo>
                <a:cubicBezTo>
                  <a:pt x="120392" y="-3844"/>
                  <a:pt x="140458" y="7599"/>
                  <a:pt x="146378" y="8831"/>
                </a:cubicBezTo>
              </a:path>
            </a:pathLst>
          </a:custGeom>
          <a:noFill/>
          <a:ln cap="flat" cmpd="sng" w="19050">
            <a:solidFill>
              <a:schemeClr val="dk2"/>
            </a:solidFill>
            <a:prstDash val="dash"/>
            <a:round/>
            <a:headEnd len="med" w="med" type="none"/>
            <a:tailEnd len="med" w="med" type="none"/>
          </a:ln>
        </p:spPr>
      </p:sp>
      <p:sp>
        <p:nvSpPr>
          <p:cNvPr id="673" name="Google Shape;673;p76"/>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6"/>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Frontend</a:t>
            </a:r>
            <a:endParaRPr/>
          </a:p>
        </p:txBody>
      </p:sp>
      <p:sp>
        <p:nvSpPr>
          <p:cNvPr id="675" name="Google Shape;675;p76"/>
          <p:cNvSpPr txBox="1"/>
          <p:nvPr>
            <p:ph idx="1" type="subTitle"/>
          </p:nvPr>
        </p:nvSpPr>
        <p:spPr>
          <a:xfrm>
            <a:off x="498600" y="1220350"/>
            <a:ext cx="5151000" cy="35682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Redesign from old codebase</a:t>
            </a:r>
            <a:endParaRPr sz="1800"/>
          </a:p>
          <a:p>
            <a:pPr indent="-342900" lvl="1" marL="914400" rtl="0" algn="l">
              <a:lnSpc>
                <a:spcPct val="115000"/>
              </a:lnSpc>
              <a:spcBef>
                <a:spcPts val="0"/>
              </a:spcBef>
              <a:spcAft>
                <a:spcPts val="0"/>
              </a:spcAft>
              <a:buSzPts val="1800"/>
              <a:buChar char="○"/>
            </a:pPr>
            <a:r>
              <a:rPr lang="en" sz="1800"/>
              <a:t>Modern design </a:t>
            </a:r>
            <a:endParaRPr sz="1800"/>
          </a:p>
          <a:p>
            <a:pPr indent="-342900" lvl="1" marL="914400" rtl="0" algn="l">
              <a:lnSpc>
                <a:spcPct val="115000"/>
              </a:lnSpc>
              <a:spcBef>
                <a:spcPts val="0"/>
              </a:spcBef>
              <a:spcAft>
                <a:spcPts val="0"/>
              </a:spcAft>
              <a:buSzPts val="1800"/>
              <a:buChar char="○"/>
            </a:pPr>
            <a:r>
              <a:rPr lang="en" sz="1800"/>
              <a:t>More Hokie Themed</a:t>
            </a:r>
            <a:endParaRPr sz="1800"/>
          </a:p>
          <a:p>
            <a:pPr indent="-342900" lvl="1" marL="914400" rtl="0" algn="l">
              <a:lnSpc>
                <a:spcPct val="115000"/>
              </a:lnSpc>
              <a:spcBef>
                <a:spcPts val="0"/>
              </a:spcBef>
              <a:spcAft>
                <a:spcPts val="0"/>
              </a:spcAft>
              <a:buSzPts val="1800"/>
              <a:buChar char="○"/>
            </a:pPr>
            <a:r>
              <a:rPr lang="en" sz="1800"/>
              <a:t>Improved UI/UX </a:t>
            </a:r>
            <a:endParaRPr sz="1800"/>
          </a:p>
          <a:p>
            <a:pPr indent="-342900" lvl="0" marL="457200" rtl="0" algn="l">
              <a:lnSpc>
                <a:spcPct val="115000"/>
              </a:lnSpc>
              <a:spcBef>
                <a:spcPts val="0"/>
              </a:spcBef>
              <a:spcAft>
                <a:spcPts val="0"/>
              </a:spcAft>
              <a:buSzPts val="1800"/>
              <a:buChar char="●"/>
            </a:pPr>
            <a:r>
              <a:rPr lang="en" sz="1800"/>
              <a:t>Login/Profile Altered</a:t>
            </a:r>
            <a:endParaRPr sz="1800"/>
          </a:p>
          <a:p>
            <a:pPr indent="-342900" lvl="1" marL="914400" rtl="0" algn="l">
              <a:lnSpc>
                <a:spcPct val="115000"/>
              </a:lnSpc>
              <a:spcBef>
                <a:spcPts val="0"/>
              </a:spcBef>
              <a:spcAft>
                <a:spcPts val="0"/>
              </a:spcAft>
              <a:buSzPts val="1800"/>
              <a:buChar char="○"/>
            </a:pPr>
            <a:r>
              <a:rPr lang="en" sz="1800"/>
              <a:t>User can save home address</a:t>
            </a:r>
            <a:endParaRPr sz="1800"/>
          </a:p>
          <a:p>
            <a:pPr indent="-342900" lvl="1" marL="914400" rtl="0" algn="l">
              <a:lnSpc>
                <a:spcPct val="115000"/>
              </a:lnSpc>
              <a:spcBef>
                <a:spcPts val="0"/>
              </a:spcBef>
              <a:spcAft>
                <a:spcPts val="0"/>
              </a:spcAft>
              <a:buSzPts val="1800"/>
              <a:buChar char="○"/>
            </a:pPr>
            <a:r>
              <a:rPr lang="en" sz="1800"/>
              <a:t>User can manually input current location</a:t>
            </a:r>
            <a:endParaRPr sz="1800"/>
          </a:p>
          <a:p>
            <a:pPr indent="-342900" lvl="0" marL="457200" rtl="0" algn="l">
              <a:lnSpc>
                <a:spcPct val="115000"/>
              </a:lnSpc>
              <a:spcBef>
                <a:spcPts val="0"/>
              </a:spcBef>
              <a:spcAft>
                <a:spcPts val="0"/>
              </a:spcAft>
              <a:buSzPts val="1800"/>
              <a:buChar char="●"/>
            </a:pPr>
            <a:r>
              <a:rPr lang="en" sz="1800"/>
              <a:t>Information of parking recommendation moved to sidebar</a:t>
            </a:r>
            <a:endParaRPr sz="1800"/>
          </a:p>
        </p:txBody>
      </p:sp>
      <p:sp>
        <p:nvSpPr>
          <p:cNvPr id="676" name="Google Shape;676;p76"/>
          <p:cNvSpPr/>
          <p:nvPr/>
        </p:nvSpPr>
        <p:spPr>
          <a:xfrm>
            <a:off x="5365825" y="1682875"/>
            <a:ext cx="2595600" cy="25404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6"/>
          <p:cNvSpPr/>
          <p:nvPr/>
        </p:nvSpPr>
        <p:spPr>
          <a:xfrm>
            <a:off x="7289175" y="4255825"/>
            <a:ext cx="1752250" cy="774800"/>
          </a:xfrm>
          <a:custGeom>
            <a:rect b="b" l="l" r="r" t="t"/>
            <a:pathLst>
              <a:path extrusionOk="0" h="30992" w="70090">
                <a:moveTo>
                  <a:pt x="0" y="0"/>
                </a:moveTo>
                <a:cubicBezTo>
                  <a:pt x="5165" y="1510"/>
                  <a:pt x="21416" y="7033"/>
                  <a:pt x="30992" y="9059"/>
                </a:cubicBezTo>
                <a:cubicBezTo>
                  <a:pt x="40568" y="11086"/>
                  <a:pt x="50939" y="8504"/>
                  <a:pt x="57455" y="12159"/>
                </a:cubicBezTo>
                <a:cubicBezTo>
                  <a:pt x="63971" y="15815"/>
                  <a:pt x="67984" y="27853"/>
                  <a:pt x="70090" y="30992"/>
                </a:cubicBezTo>
              </a:path>
            </a:pathLst>
          </a:custGeom>
          <a:noFill/>
          <a:ln cap="flat" cmpd="sng" w="19050">
            <a:solidFill>
              <a:schemeClr val="dk2"/>
            </a:solidFill>
            <a:prstDash val="dash"/>
            <a:round/>
            <a:headEnd len="med" w="med" type="none"/>
            <a:tailEnd len="med" w="med" type="none"/>
          </a:ln>
        </p:spPr>
      </p:sp>
      <p:sp>
        <p:nvSpPr>
          <p:cNvPr id="678" name="Google Shape;678;p76"/>
          <p:cNvSpPr/>
          <p:nvPr/>
        </p:nvSpPr>
        <p:spPr>
          <a:xfrm>
            <a:off x="5785445" y="2304516"/>
            <a:ext cx="77844" cy="71307"/>
          </a:xfrm>
          <a:custGeom>
            <a:rect b="b" l="l" r="r" t="t"/>
            <a:pathLst>
              <a:path extrusionOk="0" h="4669" w="5097">
                <a:moveTo>
                  <a:pt x="0" y="0"/>
                </a:moveTo>
                <a:lnTo>
                  <a:pt x="0" y="4668"/>
                </a:lnTo>
                <a:lnTo>
                  <a:pt x="5096" y="466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6"/>
          <p:cNvSpPr/>
          <p:nvPr/>
        </p:nvSpPr>
        <p:spPr>
          <a:xfrm>
            <a:off x="5785445" y="2400596"/>
            <a:ext cx="77844" cy="71323"/>
          </a:xfrm>
          <a:custGeom>
            <a:rect b="b" l="l" r="r" t="t"/>
            <a:pathLst>
              <a:path extrusionOk="0" h="4670" w="5097">
                <a:moveTo>
                  <a:pt x="0" y="1"/>
                </a:moveTo>
                <a:lnTo>
                  <a:pt x="0" y="4670"/>
                </a:lnTo>
                <a:lnTo>
                  <a:pt x="5096" y="467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76"/>
          <p:cNvSpPr/>
          <p:nvPr/>
        </p:nvSpPr>
        <p:spPr>
          <a:xfrm>
            <a:off x="5785445" y="2490489"/>
            <a:ext cx="77844" cy="71338"/>
          </a:xfrm>
          <a:custGeom>
            <a:rect b="b" l="l" r="r" t="t"/>
            <a:pathLst>
              <a:path extrusionOk="0" h="4671" w="5097">
                <a:moveTo>
                  <a:pt x="0" y="1"/>
                </a:moveTo>
                <a:lnTo>
                  <a:pt x="0" y="4671"/>
                </a:lnTo>
                <a:lnTo>
                  <a:pt x="5096" y="467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76"/>
          <p:cNvSpPr/>
          <p:nvPr/>
        </p:nvSpPr>
        <p:spPr>
          <a:xfrm>
            <a:off x="5785445" y="2577298"/>
            <a:ext cx="77844" cy="71323"/>
          </a:xfrm>
          <a:custGeom>
            <a:rect b="b" l="l" r="r" t="t"/>
            <a:pathLst>
              <a:path extrusionOk="0" h="4670" w="5097">
                <a:moveTo>
                  <a:pt x="0" y="1"/>
                </a:moveTo>
                <a:lnTo>
                  <a:pt x="0" y="4670"/>
                </a:lnTo>
                <a:lnTo>
                  <a:pt x="5096" y="467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76"/>
          <p:cNvSpPr/>
          <p:nvPr/>
        </p:nvSpPr>
        <p:spPr>
          <a:xfrm>
            <a:off x="5785445" y="2664092"/>
            <a:ext cx="77844" cy="71323"/>
          </a:xfrm>
          <a:custGeom>
            <a:rect b="b" l="l" r="r" t="t"/>
            <a:pathLst>
              <a:path extrusionOk="0" h="4670" w="5097">
                <a:moveTo>
                  <a:pt x="0" y="1"/>
                </a:moveTo>
                <a:lnTo>
                  <a:pt x="0" y="4669"/>
                </a:lnTo>
                <a:lnTo>
                  <a:pt x="5096" y="4669"/>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76"/>
          <p:cNvSpPr/>
          <p:nvPr/>
        </p:nvSpPr>
        <p:spPr>
          <a:xfrm>
            <a:off x="5785445" y="2754643"/>
            <a:ext cx="77844" cy="71307"/>
          </a:xfrm>
          <a:custGeom>
            <a:rect b="b" l="l" r="r" t="t"/>
            <a:pathLst>
              <a:path extrusionOk="0" h="4669" w="5097">
                <a:moveTo>
                  <a:pt x="0" y="0"/>
                </a:moveTo>
                <a:lnTo>
                  <a:pt x="0" y="4669"/>
                </a:lnTo>
                <a:lnTo>
                  <a:pt x="5096" y="4669"/>
                </a:lnTo>
                <a:lnTo>
                  <a:pt x="5096"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76"/>
          <p:cNvSpPr/>
          <p:nvPr/>
        </p:nvSpPr>
        <p:spPr>
          <a:xfrm>
            <a:off x="5785445" y="2850737"/>
            <a:ext cx="77844" cy="71292"/>
          </a:xfrm>
          <a:custGeom>
            <a:rect b="b" l="l" r="r" t="t"/>
            <a:pathLst>
              <a:path extrusionOk="0" h="4668" w="5097">
                <a:moveTo>
                  <a:pt x="0" y="1"/>
                </a:moveTo>
                <a:lnTo>
                  <a:pt x="0" y="4667"/>
                </a:lnTo>
                <a:lnTo>
                  <a:pt x="5096" y="4667"/>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76"/>
          <p:cNvSpPr/>
          <p:nvPr/>
        </p:nvSpPr>
        <p:spPr>
          <a:xfrm>
            <a:off x="5785445" y="2940631"/>
            <a:ext cx="77844" cy="71323"/>
          </a:xfrm>
          <a:custGeom>
            <a:rect b="b" l="l" r="r" t="t"/>
            <a:pathLst>
              <a:path extrusionOk="0" h="4670" w="5097">
                <a:moveTo>
                  <a:pt x="0" y="1"/>
                </a:moveTo>
                <a:lnTo>
                  <a:pt x="0" y="4669"/>
                </a:lnTo>
                <a:lnTo>
                  <a:pt x="5096" y="4669"/>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6"/>
          <p:cNvSpPr/>
          <p:nvPr/>
        </p:nvSpPr>
        <p:spPr>
          <a:xfrm>
            <a:off x="5785445" y="3027440"/>
            <a:ext cx="77844" cy="71307"/>
          </a:xfrm>
          <a:custGeom>
            <a:rect b="b" l="l" r="r" t="t"/>
            <a:pathLst>
              <a:path extrusionOk="0" h="4669" w="5097">
                <a:moveTo>
                  <a:pt x="0" y="1"/>
                </a:moveTo>
                <a:lnTo>
                  <a:pt x="0" y="4668"/>
                </a:lnTo>
                <a:lnTo>
                  <a:pt x="5096" y="4668"/>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6"/>
          <p:cNvSpPr/>
          <p:nvPr/>
        </p:nvSpPr>
        <p:spPr>
          <a:xfrm>
            <a:off x="5785445" y="3114234"/>
            <a:ext cx="77844" cy="71307"/>
          </a:xfrm>
          <a:custGeom>
            <a:rect b="b" l="l" r="r" t="t"/>
            <a:pathLst>
              <a:path extrusionOk="0" h="4669" w="5097">
                <a:moveTo>
                  <a:pt x="0" y="0"/>
                </a:moveTo>
                <a:lnTo>
                  <a:pt x="0" y="4668"/>
                </a:lnTo>
                <a:lnTo>
                  <a:pt x="5096" y="4668"/>
                </a:lnTo>
                <a:lnTo>
                  <a:pt x="5096"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6"/>
          <p:cNvSpPr/>
          <p:nvPr/>
        </p:nvSpPr>
        <p:spPr>
          <a:xfrm>
            <a:off x="5980108" y="2508816"/>
            <a:ext cx="382057" cy="695953"/>
          </a:xfrm>
          <a:custGeom>
            <a:rect b="b" l="l" r="r" t="t"/>
            <a:pathLst>
              <a:path extrusionOk="0" h="45569" w="25016">
                <a:moveTo>
                  <a:pt x="1" y="1"/>
                </a:moveTo>
                <a:lnTo>
                  <a:pt x="1" y="45569"/>
                </a:lnTo>
                <a:lnTo>
                  <a:pt x="25015" y="45569"/>
                </a:lnTo>
                <a:lnTo>
                  <a:pt x="25015"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76"/>
          <p:cNvSpPr/>
          <p:nvPr/>
        </p:nvSpPr>
        <p:spPr>
          <a:xfrm>
            <a:off x="6031913" y="2567570"/>
            <a:ext cx="77829" cy="100936"/>
          </a:xfrm>
          <a:custGeom>
            <a:rect b="b" l="l" r="r" t="t"/>
            <a:pathLst>
              <a:path extrusionOk="0" h="6609" w="5096">
                <a:moveTo>
                  <a:pt x="0" y="0"/>
                </a:moveTo>
                <a:lnTo>
                  <a:pt x="0" y="6609"/>
                </a:lnTo>
                <a:lnTo>
                  <a:pt x="5095" y="6609"/>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76"/>
          <p:cNvSpPr/>
          <p:nvPr/>
        </p:nvSpPr>
        <p:spPr>
          <a:xfrm>
            <a:off x="6132222" y="2567570"/>
            <a:ext cx="77829" cy="100936"/>
          </a:xfrm>
          <a:custGeom>
            <a:rect b="b" l="l" r="r" t="t"/>
            <a:pathLst>
              <a:path extrusionOk="0" h="6609" w="5096">
                <a:moveTo>
                  <a:pt x="1" y="0"/>
                </a:moveTo>
                <a:lnTo>
                  <a:pt x="1" y="6609"/>
                </a:lnTo>
                <a:lnTo>
                  <a:pt x="5096" y="6609"/>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76"/>
          <p:cNvSpPr/>
          <p:nvPr/>
        </p:nvSpPr>
        <p:spPr>
          <a:xfrm>
            <a:off x="6232517" y="2567570"/>
            <a:ext cx="77844" cy="100936"/>
          </a:xfrm>
          <a:custGeom>
            <a:rect b="b" l="l" r="r" t="t"/>
            <a:pathLst>
              <a:path extrusionOk="0" h="6609" w="5097">
                <a:moveTo>
                  <a:pt x="1" y="0"/>
                </a:moveTo>
                <a:lnTo>
                  <a:pt x="1" y="6609"/>
                </a:lnTo>
                <a:lnTo>
                  <a:pt x="5097" y="66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6"/>
          <p:cNvSpPr/>
          <p:nvPr/>
        </p:nvSpPr>
        <p:spPr>
          <a:xfrm>
            <a:off x="6031913" y="2703587"/>
            <a:ext cx="77829" cy="100951"/>
          </a:xfrm>
          <a:custGeom>
            <a:rect b="b" l="l" r="r" t="t"/>
            <a:pathLst>
              <a:path extrusionOk="0" h="6610" w="5096">
                <a:moveTo>
                  <a:pt x="0" y="0"/>
                </a:moveTo>
                <a:lnTo>
                  <a:pt x="0" y="6609"/>
                </a:lnTo>
                <a:lnTo>
                  <a:pt x="5095" y="6609"/>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6"/>
          <p:cNvSpPr/>
          <p:nvPr/>
        </p:nvSpPr>
        <p:spPr>
          <a:xfrm>
            <a:off x="6132222" y="2703587"/>
            <a:ext cx="77829" cy="100951"/>
          </a:xfrm>
          <a:custGeom>
            <a:rect b="b" l="l" r="r" t="t"/>
            <a:pathLst>
              <a:path extrusionOk="0" h="6610" w="5096">
                <a:moveTo>
                  <a:pt x="1" y="0"/>
                </a:moveTo>
                <a:lnTo>
                  <a:pt x="1" y="6609"/>
                </a:lnTo>
                <a:lnTo>
                  <a:pt x="5096" y="6609"/>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6"/>
          <p:cNvSpPr/>
          <p:nvPr/>
        </p:nvSpPr>
        <p:spPr>
          <a:xfrm>
            <a:off x="6232517" y="2703587"/>
            <a:ext cx="77844" cy="100951"/>
          </a:xfrm>
          <a:custGeom>
            <a:rect b="b" l="l" r="r" t="t"/>
            <a:pathLst>
              <a:path extrusionOk="0" h="6610" w="5097">
                <a:moveTo>
                  <a:pt x="1" y="0"/>
                </a:moveTo>
                <a:lnTo>
                  <a:pt x="1" y="6609"/>
                </a:lnTo>
                <a:lnTo>
                  <a:pt x="5097" y="66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76"/>
          <p:cNvSpPr/>
          <p:nvPr/>
        </p:nvSpPr>
        <p:spPr>
          <a:xfrm>
            <a:off x="6031913" y="2830868"/>
            <a:ext cx="77829" cy="100936"/>
          </a:xfrm>
          <a:custGeom>
            <a:rect b="b" l="l" r="r" t="t"/>
            <a:pathLst>
              <a:path extrusionOk="0" h="6609" w="5096">
                <a:moveTo>
                  <a:pt x="0" y="0"/>
                </a:moveTo>
                <a:lnTo>
                  <a:pt x="0" y="6608"/>
                </a:lnTo>
                <a:lnTo>
                  <a:pt x="5095" y="6608"/>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76"/>
          <p:cNvSpPr/>
          <p:nvPr/>
        </p:nvSpPr>
        <p:spPr>
          <a:xfrm>
            <a:off x="6132222" y="2830868"/>
            <a:ext cx="77829" cy="100936"/>
          </a:xfrm>
          <a:custGeom>
            <a:rect b="b" l="l" r="r" t="t"/>
            <a:pathLst>
              <a:path extrusionOk="0" h="6609" w="5096">
                <a:moveTo>
                  <a:pt x="1" y="0"/>
                </a:moveTo>
                <a:lnTo>
                  <a:pt x="1" y="6608"/>
                </a:lnTo>
                <a:lnTo>
                  <a:pt x="5096" y="660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6"/>
          <p:cNvSpPr/>
          <p:nvPr/>
        </p:nvSpPr>
        <p:spPr>
          <a:xfrm>
            <a:off x="6232517" y="2830868"/>
            <a:ext cx="77844" cy="100936"/>
          </a:xfrm>
          <a:custGeom>
            <a:rect b="b" l="l" r="r" t="t"/>
            <a:pathLst>
              <a:path extrusionOk="0" h="6609"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6"/>
          <p:cNvSpPr/>
          <p:nvPr/>
        </p:nvSpPr>
        <p:spPr>
          <a:xfrm>
            <a:off x="6031913" y="2953735"/>
            <a:ext cx="77829" cy="100921"/>
          </a:xfrm>
          <a:custGeom>
            <a:rect b="b" l="l" r="r" t="t"/>
            <a:pathLst>
              <a:path extrusionOk="0" h="6608" w="5096">
                <a:moveTo>
                  <a:pt x="0" y="0"/>
                </a:moveTo>
                <a:lnTo>
                  <a:pt x="0" y="6608"/>
                </a:lnTo>
                <a:lnTo>
                  <a:pt x="5095" y="6608"/>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76"/>
          <p:cNvSpPr/>
          <p:nvPr/>
        </p:nvSpPr>
        <p:spPr>
          <a:xfrm>
            <a:off x="6132222" y="2953735"/>
            <a:ext cx="77829" cy="100921"/>
          </a:xfrm>
          <a:custGeom>
            <a:rect b="b" l="l" r="r" t="t"/>
            <a:pathLst>
              <a:path extrusionOk="0" h="6608" w="5096">
                <a:moveTo>
                  <a:pt x="1" y="0"/>
                </a:moveTo>
                <a:lnTo>
                  <a:pt x="1" y="6608"/>
                </a:lnTo>
                <a:lnTo>
                  <a:pt x="5096" y="660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6"/>
          <p:cNvSpPr/>
          <p:nvPr/>
        </p:nvSpPr>
        <p:spPr>
          <a:xfrm>
            <a:off x="6232517" y="2953735"/>
            <a:ext cx="77844" cy="100921"/>
          </a:xfrm>
          <a:custGeom>
            <a:rect b="b" l="l" r="r" t="t"/>
            <a:pathLst>
              <a:path extrusionOk="0" h="6608"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6"/>
          <p:cNvSpPr/>
          <p:nvPr/>
        </p:nvSpPr>
        <p:spPr>
          <a:xfrm>
            <a:off x="6031913" y="3076587"/>
            <a:ext cx="77829" cy="100966"/>
          </a:xfrm>
          <a:custGeom>
            <a:rect b="b" l="l" r="r" t="t"/>
            <a:pathLst>
              <a:path extrusionOk="0" h="6611" w="5096">
                <a:moveTo>
                  <a:pt x="0" y="1"/>
                </a:moveTo>
                <a:lnTo>
                  <a:pt x="0" y="6611"/>
                </a:lnTo>
                <a:lnTo>
                  <a:pt x="5095" y="661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76"/>
          <p:cNvSpPr/>
          <p:nvPr/>
        </p:nvSpPr>
        <p:spPr>
          <a:xfrm>
            <a:off x="6132222" y="3076587"/>
            <a:ext cx="77829" cy="100966"/>
          </a:xfrm>
          <a:custGeom>
            <a:rect b="b" l="l" r="r" t="t"/>
            <a:pathLst>
              <a:path extrusionOk="0" h="6611" w="5096">
                <a:moveTo>
                  <a:pt x="1" y="1"/>
                </a:moveTo>
                <a:lnTo>
                  <a:pt x="1" y="6611"/>
                </a:lnTo>
                <a:lnTo>
                  <a:pt x="5096" y="661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76"/>
          <p:cNvSpPr/>
          <p:nvPr/>
        </p:nvSpPr>
        <p:spPr>
          <a:xfrm>
            <a:off x="6232517" y="3076587"/>
            <a:ext cx="77844" cy="100966"/>
          </a:xfrm>
          <a:custGeom>
            <a:rect b="b" l="l" r="r" t="t"/>
            <a:pathLst>
              <a:path extrusionOk="0" h="6611" w="5097">
                <a:moveTo>
                  <a:pt x="1" y="1"/>
                </a:moveTo>
                <a:lnTo>
                  <a:pt x="1" y="6611"/>
                </a:lnTo>
                <a:lnTo>
                  <a:pt x="5097" y="66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76"/>
          <p:cNvSpPr/>
          <p:nvPr/>
        </p:nvSpPr>
        <p:spPr>
          <a:xfrm>
            <a:off x="5739383" y="2677486"/>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76"/>
          <p:cNvSpPr/>
          <p:nvPr/>
        </p:nvSpPr>
        <p:spPr>
          <a:xfrm>
            <a:off x="5840182" y="2677486"/>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76"/>
          <p:cNvSpPr/>
          <p:nvPr/>
        </p:nvSpPr>
        <p:spPr>
          <a:xfrm>
            <a:off x="5940980" y="2677486"/>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76"/>
          <p:cNvSpPr/>
          <p:nvPr/>
        </p:nvSpPr>
        <p:spPr>
          <a:xfrm>
            <a:off x="5739383" y="2789449"/>
            <a:ext cx="78210" cy="83067"/>
          </a:xfrm>
          <a:custGeom>
            <a:rect b="b" l="l" r="r" t="t"/>
            <a:pathLst>
              <a:path extrusionOk="0" h="5439" w="5121">
                <a:moveTo>
                  <a:pt x="0" y="0"/>
                </a:moveTo>
                <a:lnTo>
                  <a:pt x="0" y="5438"/>
                </a:lnTo>
                <a:lnTo>
                  <a:pt x="5121" y="5438"/>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76"/>
          <p:cNvSpPr/>
          <p:nvPr/>
        </p:nvSpPr>
        <p:spPr>
          <a:xfrm>
            <a:off x="5840182" y="2789449"/>
            <a:ext cx="78226" cy="83067"/>
          </a:xfrm>
          <a:custGeom>
            <a:rect b="b" l="l" r="r" t="t"/>
            <a:pathLst>
              <a:path extrusionOk="0" h="5439" w="5122">
                <a:moveTo>
                  <a:pt x="0" y="0"/>
                </a:moveTo>
                <a:lnTo>
                  <a:pt x="0" y="5438"/>
                </a:lnTo>
                <a:lnTo>
                  <a:pt x="5121" y="5438"/>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76"/>
          <p:cNvSpPr/>
          <p:nvPr/>
        </p:nvSpPr>
        <p:spPr>
          <a:xfrm>
            <a:off x="5940980" y="2789449"/>
            <a:ext cx="78241" cy="83067"/>
          </a:xfrm>
          <a:custGeom>
            <a:rect b="b" l="l" r="r" t="t"/>
            <a:pathLst>
              <a:path extrusionOk="0" h="5439" w="5123">
                <a:moveTo>
                  <a:pt x="1" y="0"/>
                </a:moveTo>
                <a:lnTo>
                  <a:pt x="1" y="5438"/>
                </a:lnTo>
                <a:lnTo>
                  <a:pt x="5123" y="5438"/>
                </a:lnTo>
                <a:lnTo>
                  <a:pt x="5123"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76"/>
          <p:cNvSpPr/>
          <p:nvPr/>
        </p:nvSpPr>
        <p:spPr>
          <a:xfrm>
            <a:off x="5739383" y="2894157"/>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76"/>
          <p:cNvSpPr/>
          <p:nvPr/>
        </p:nvSpPr>
        <p:spPr>
          <a:xfrm>
            <a:off x="5840182" y="2894157"/>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76"/>
          <p:cNvSpPr/>
          <p:nvPr/>
        </p:nvSpPr>
        <p:spPr>
          <a:xfrm>
            <a:off x="5940980" y="2894157"/>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76"/>
          <p:cNvSpPr/>
          <p:nvPr/>
        </p:nvSpPr>
        <p:spPr>
          <a:xfrm>
            <a:off x="5739383" y="2995261"/>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76"/>
          <p:cNvSpPr/>
          <p:nvPr/>
        </p:nvSpPr>
        <p:spPr>
          <a:xfrm>
            <a:off x="5840182" y="2995261"/>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76"/>
          <p:cNvSpPr/>
          <p:nvPr/>
        </p:nvSpPr>
        <p:spPr>
          <a:xfrm>
            <a:off x="5940980" y="2995261"/>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76"/>
          <p:cNvSpPr/>
          <p:nvPr/>
        </p:nvSpPr>
        <p:spPr>
          <a:xfrm>
            <a:off x="5739383" y="3096365"/>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76"/>
          <p:cNvSpPr/>
          <p:nvPr/>
        </p:nvSpPr>
        <p:spPr>
          <a:xfrm>
            <a:off x="5840182" y="3096365"/>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76"/>
          <p:cNvSpPr/>
          <p:nvPr/>
        </p:nvSpPr>
        <p:spPr>
          <a:xfrm>
            <a:off x="5940980" y="3096365"/>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76"/>
          <p:cNvSpPr/>
          <p:nvPr/>
        </p:nvSpPr>
        <p:spPr>
          <a:xfrm>
            <a:off x="6291499" y="2094580"/>
            <a:ext cx="382057" cy="1108020"/>
          </a:xfrm>
          <a:custGeom>
            <a:rect b="b" l="l" r="r" t="t"/>
            <a:pathLst>
              <a:path extrusionOk="0" h="72550" w="25016">
                <a:moveTo>
                  <a:pt x="1" y="0"/>
                </a:moveTo>
                <a:lnTo>
                  <a:pt x="1" y="72550"/>
                </a:lnTo>
                <a:lnTo>
                  <a:pt x="25015" y="72550"/>
                </a:lnTo>
                <a:lnTo>
                  <a:pt x="25015"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6"/>
          <p:cNvSpPr/>
          <p:nvPr/>
        </p:nvSpPr>
        <p:spPr>
          <a:xfrm>
            <a:off x="6343319" y="2140001"/>
            <a:ext cx="77844" cy="84182"/>
          </a:xfrm>
          <a:custGeom>
            <a:rect b="b" l="l" r="r" t="t"/>
            <a:pathLst>
              <a:path extrusionOk="0" h="5512" w="5097">
                <a:moveTo>
                  <a:pt x="0" y="1"/>
                </a:moveTo>
                <a:lnTo>
                  <a:pt x="0" y="5512"/>
                </a:lnTo>
                <a:lnTo>
                  <a:pt x="5096" y="5512"/>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76"/>
          <p:cNvSpPr/>
          <p:nvPr/>
        </p:nvSpPr>
        <p:spPr>
          <a:xfrm>
            <a:off x="6443629" y="2140001"/>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76"/>
          <p:cNvSpPr/>
          <p:nvPr/>
        </p:nvSpPr>
        <p:spPr>
          <a:xfrm>
            <a:off x="6543908" y="2140001"/>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76"/>
          <p:cNvSpPr/>
          <p:nvPr/>
        </p:nvSpPr>
        <p:spPr>
          <a:xfrm>
            <a:off x="6343319" y="2253414"/>
            <a:ext cx="77844" cy="84182"/>
          </a:xfrm>
          <a:custGeom>
            <a:rect b="b" l="l" r="r" t="t"/>
            <a:pathLst>
              <a:path extrusionOk="0" h="5512" w="5097">
                <a:moveTo>
                  <a:pt x="0" y="1"/>
                </a:moveTo>
                <a:lnTo>
                  <a:pt x="0" y="5511"/>
                </a:lnTo>
                <a:lnTo>
                  <a:pt x="5096" y="551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6"/>
          <p:cNvSpPr/>
          <p:nvPr/>
        </p:nvSpPr>
        <p:spPr>
          <a:xfrm>
            <a:off x="6443629" y="2253414"/>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6"/>
          <p:cNvSpPr/>
          <p:nvPr/>
        </p:nvSpPr>
        <p:spPr>
          <a:xfrm>
            <a:off x="6543908" y="2253414"/>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76"/>
          <p:cNvSpPr/>
          <p:nvPr/>
        </p:nvSpPr>
        <p:spPr>
          <a:xfrm>
            <a:off x="6343319" y="2359543"/>
            <a:ext cx="77844" cy="84151"/>
          </a:xfrm>
          <a:custGeom>
            <a:rect b="b" l="l" r="r" t="t"/>
            <a:pathLst>
              <a:path extrusionOk="0" h="5510" w="5097">
                <a:moveTo>
                  <a:pt x="0" y="0"/>
                </a:moveTo>
                <a:lnTo>
                  <a:pt x="0" y="5509"/>
                </a:lnTo>
                <a:lnTo>
                  <a:pt x="5096" y="5509"/>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76"/>
          <p:cNvSpPr/>
          <p:nvPr/>
        </p:nvSpPr>
        <p:spPr>
          <a:xfrm>
            <a:off x="6443629" y="2359543"/>
            <a:ext cx="77844" cy="84151"/>
          </a:xfrm>
          <a:custGeom>
            <a:rect b="b" l="l" r="r" t="t"/>
            <a:pathLst>
              <a:path extrusionOk="0" h="5510" w="5097">
                <a:moveTo>
                  <a:pt x="1" y="0"/>
                </a:moveTo>
                <a:lnTo>
                  <a:pt x="1" y="5509"/>
                </a:lnTo>
                <a:lnTo>
                  <a:pt x="5097" y="55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76"/>
          <p:cNvSpPr/>
          <p:nvPr/>
        </p:nvSpPr>
        <p:spPr>
          <a:xfrm>
            <a:off x="6543908" y="2359543"/>
            <a:ext cx="77844" cy="84151"/>
          </a:xfrm>
          <a:custGeom>
            <a:rect b="b" l="l" r="r" t="t"/>
            <a:pathLst>
              <a:path extrusionOk="0" h="5510" w="5097">
                <a:moveTo>
                  <a:pt x="1" y="0"/>
                </a:moveTo>
                <a:lnTo>
                  <a:pt x="1" y="5509"/>
                </a:lnTo>
                <a:lnTo>
                  <a:pt x="5097" y="55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76"/>
          <p:cNvSpPr/>
          <p:nvPr/>
        </p:nvSpPr>
        <p:spPr>
          <a:xfrm>
            <a:off x="6343319" y="2461991"/>
            <a:ext cx="77844" cy="84182"/>
          </a:xfrm>
          <a:custGeom>
            <a:rect b="b" l="l" r="r" t="t"/>
            <a:pathLst>
              <a:path extrusionOk="0" h="5512" w="5097">
                <a:moveTo>
                  <a:pt x="0" y="1"/>
                </a:moveTo>
                <a:lnTo>
                  <a:pt x="0" y="5511"/>
                </a:lnTo>
                <a:lnTo>
                  <a:pt x="5096" y="551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6"/>
          <p:cNvSpPr/>
          <p:nvPr/>
        </p:nvSpPr>
        <p:spPr>
          <a:xfrm>
            <a:off x="6443629" y="2461991"/>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76"/>
          <p:cNvSpPr/>
          <p:nvPr/>
        </p:nvSpPr>
        <p:spPr>
          <a:xfrm>
            <a:off x="6543908" y="2461991"/>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76"/>
          <p:cNvSpPr/>
          <p:nvPr/>
        </p:nvSpPr>
        <p:spPr>
          <a:xfrm>
            <a:off x="6343319" y="2564439"/>
            <a:ext cx="77844" cy="84182"/>
          </a:xfrm>
          <a:custGeom>
            <a:rect b="b" l="l" r="r" t="t"/>
            <a:pathLst>
              <a:path extrusionOk="0" h="5512" w="5097">
                <a:moveTo>
                  <a:pt x="0" y="1"/>
                </a:moveTo>
                <a:lnTo>
                  <a:pt x="0" y="5512"/>
                </a:lnTo>
                <a:lnTo>
                  <a:pt x="5096" y="5512"/>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6"/>
          <p:cNvSpPr/>
          <p:nvPr/>
        </p:nvSpPr>
        <p:spPr>
          <a:xfrm>
            <a:off x="6443629" y="2564439"/>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76"/>
          <p:cNvSpPr/>
          <p:nvPr/>
        </p:nvSpPr>
        <p:spPr>
          <a:xfrm>
            <a:off x="6543908" y="2564439"/>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6"/>
          <p:cNvSpPr/>
          <p:nvPr/>
        </p:nvSpPr>
        <p:spPr>
          <a:xfrm>
            <a:off x="6343319" y="2671285"/>
            <a:ext cx="77844" cy="84182"/>
          </a:xfrm>
          <a:custGeom>
            <a:rect b="b" l="l" r="r" t="t"/>
            <a:pathLst>
              <a:path extrusionOk="0" h="5512"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76"/>
          <p:cNvSpPr/>
          <p:nvPr/>
        </p:nvSpPr>
        <p:spPr>
          <a:xfrm>
            <a:off x="6443629" y="2671285"/>
            <a:ext cx="77844" cy="84182"/>
          </a:xfrm>
          <a:custGeom>
            <a:rect b="b" l="l" r="r" t="t"/>
            <a:pathLst>
              <a:path extrusionOk="0" h="5512"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76"/>
          <p:cNvSpPr/>
          <p:nvPr/>
        </p:nvSpPr>
        <p:spPr>
          <a:xfrm>
            <a:off x="6543908" y="2671285"/>
            <a:ext cx="77844" cy="84182"/>
          </a:xfrm>
          <a:custGeom>
            <a:rect b="b" l="l" r="r" t="t"/>
            <a:pathLst>
              <a:path extrusionOk="0" h="5512"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6"/>
          <p:cNvSpPr/>
          <p:nvPr/>
        </p:nvSpPr>
        <p:spPr>
          <a:xfrm>
            <a:off x="6343319" y="2784729"/>
            <a:ext cx="77844" cy="84167"/>
          </a:xfrm>
          <a:custGeom>
            <a:rect b="b" l="l" r="r" t="t"/>
            <a:pathLst>
              <a:path extrusionOk="0" h="5511"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6"/>
          <p:cNvSpPr/>
          <p:nvPr/>
        </p:nvSpPr>
        <p:spPr>
          <a:xfrm>
            <a:off x="6443629" y="2784729"/>
            <a:ext cx="77844" cy="84167"/>
          </a:xfrm>
          <a:custGeom>
            <a:rect b="b" l="l" r="r" t="t"/>
            <a:pathLst>
              <a:path extrusionOk="0" h="5511"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6"/>
          <p:cNvSpPr/>
          <p:nvPr/>
        </p:nvSpPr>
        <p:spPr>
          <a:xfrm>
            <a:off x="6543908" y="2784729"/>
            <a:ext cx="77844" cy="84167"/>
          </a:xfrm>
          <a:custGeom>
            <a:rect b="b" l="l" r="r" t="t"/>
            <a:pathLst>
              <a:path extrusionOk="0" h="5511"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76"/>
          <p:cNvSpPr/>
          <p:nvPr/>
        </p:nvSpPr>
        <p:spPr>
          <a:xfrm>
            <a:off x="6343319" y="2890828"/>
            <a:ext cx="77844" cy="84182"/>
          </a:xfrm>
          <a:custGeom>
            <a:rect b="b" l="l" r="r" t="t"/>
            <a:pathLst>
              <a:path extrusionOk="0" h="5512" w="5097">
                <a:moveTo>
                  <a:pt x="0" y="1"/>
                </a:moveTo>
                <a:lnTo>
                  <a:pt x="0" y="5512"/>
                </a:lnTo>
                <a:lnTo>
                  <a:pt x="5096" y="5512"/>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76"/>
          <p:cNvSpPr/>
          <p:nvPr/>
        </p:nvSpPr>
        <p:spPr>
          <a:xfrm>
            <a:off x="6443629" y="2890828"/>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6"/>
          <p:cNvSpPr/>
          <p:nvPr/>
        </p:nvSpPr>
        <p:spPr>
          <a:xfrm>
            <a:off x="6543908" y="2890828"/>
            <a:ext cx="77844" cy="84182"/>
          </a:xfrm>
          <a:custGeom>
            <a:rect b="b" l="l" r="r" t="t"/>
            <a:pathLst>
              <a:path extrusionOk="0" h="5512" w="5097">
                <a:moveTo>
                  <a:pt x="1" y="1"/>
                </a:moveTo>
                <a:lnTo>
                  <a:pt x="1" y="5512"/>
                </a:lnTo>
                <a:lnTo>
                  <a:pt x="5097" y="5512"/>
                </a:lnTo>
                <a:lnTo>
                  <a:pt x="5097"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6"/>
          <p:cNvSpPr/>
          <p:nvPr/>
        </p:nvSpPr>
        <p:spPr>
          <a:xfrm>
            <a:off x="6343319" y="2993291"/>
            <a:ext cx="77844" cy="84167"/>
          </a:xfrm>
          <a:custGeom>
            <a:rect b="b" l="l" r="r" t="t"/>
            <a:pathLst>
              <a:path extrusionOk="0" h="5511"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6"/>
          <p:cNvSpPr/>
          <p:nvPr/>
        </p:nvSpPr>
        <p:spPr>
          <a:xfrm>
            <a:off x="6443629" y="2993291"/>
            <a:ext cx="77844" cy="84167"/>
          </a:xfrm>
          <a:custGeom>
            <a:rect b="b" l="l" r="r" t="t"/>
            <a:pathLst>
              <a:path extrusionOk="0" h="5511"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76"/>
          <p:cNvSpPr/>
          <p:nvPr/>
        </p:nvSpPr>
        <p:spPr>
          <a:xfrm>
            <a:off x="6543908" y="2993291"/>
            <a:ext cx="77844" cy="84167"/>
          </a:xfrm>
          <a:custGeom>
            <a:rect b="b" l="l" r="r" t="t"/>
            <a:pathLst>
              <a:path extrusionOk="0" h="5511"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76"/>
          <p:cNvSpPr/>
          <p:nvPr/>
        </p:nvSpPr>
        <p:spPr>
          <a:xfrm>
            <a:off x="6343319" y="3095739"/>
            <a:ext cx="77844" cy="84182"/>
          </a:xfrm>
          <a:custGeom>
            <a:rect b="b" l="l" r="r" t="t"/>
            <a:pathLst>
              <a:path extrusionOk="0" h="5512"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6"/>
          <p:cNvSpPr/>
          <p:nvPr/>
        </p:nvSpPr>
        <p:spPr>
          <a:xfrm>
            <a:off x="6443629" y="3095739"/>
            <a:ext cx="77844" cy="84182"/>
          </a:xfrm>
          <a:custGeom>
            <a:rect b="b" l="l" r="r" t="t"/>
            <a:pathLst>
              <a:path extrusionOk="0" h="5512"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76"/>
          <p:cNvSpPr/>
          <p:nvPr/>
        </p:nvSpPr>
        <p:spPr>
          <a:xfrm>
            <a:off x="6543908" y="3095739"/>
            <a:ext cx="77844" cy="84182"/>
          </a:xfrm>
          <a:custGeom>
            <a:rect b="b" l="l" r="r" t="t"/>
            <a:pathLst>
              <a:path extrusionOk="0" h="5512"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6"/>
          <p:cNvSpPr/>
          <p:nvPr/>
        </p:nvSpPr>
        <p:spPr>
          <a:xfrm>
            <a:off x="7262693" y="2375518"/>
            <a:ext cx="77844" cy="65504"/>
          </a:xfrm>
          <a:custGeom>
            <a:rect b="b" l="l" r="r" t="t"/>
            <a:pathLst>
              <a:path extrusionOk="0" h="4289" w="5097">
                <a:moveTo>
                  <a:pt x="0" y="1"/>
                </a:moveTo>
                <a:lnTo>
                  <a:pt x="0" y="4289"/>
                </a:lnTo>
                <a:lnTo>
                  <a:pt x="5096" y="4289"/>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6"/>
          <p:cNvSpPr/>
          <p:nvPr/>
        </p:nvSpPr>
        <p:spPr>
          <a:xfrm>
            <a:off x="7362987" y="2375518"/>
            <a:ext cx="77829" cy="65504"/>
          </a:xfrm>
          <a:custGeom>
            <a:rect b="b" l="l" r="r" t="t"/>
            <a:pathLst>
              <a:path extrusionOk="0" h="4289" w="5096">
                <a:moveTo>
                  <a:pt x="1" y="1"/>
                </a:moveTo>
                <a:lnTo>
                  <a:pt x="1" y="4289"/>
                </a:lnTo>
                <a:lnTo>
                  <a:pt x="5095" y="4289"/>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76"/>
          <p:cNvSpPr/>
          <p:nvPr/>
        </p:nvSpPr>
        <p:spPr>
          <a:xfrm>
            <a:off x="7262693" y="2463778"/>
            <a:ext cx="77844" cy="65550"/>
          </a:xfrm>
          <a:custGeom>
            <a:rect b="b" l="l" r="r" t="t"/>
            <a:pathLst>
              <a:path extrusionOk="0" h="4292" w="5097">
                <a:moveTo>
                  <a:pt x="0" y="1"/>
                </a:moveTo>
                <a:lnTo>
                  <a:pt x="0" y="4291"/>
                </a:lnTo>
                <a:lnTo>
                  <a:pt x="5096" y="429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76"/>
          <p:cNvSpPr/>
          <p:nvPr/>
        </p:nvSpPr>
        <p:spPr>
          <a:xfrm>
            <a:off x="7362987" y="2463778"/>
            <a:ext cx="77829" cy="65550"/>
          </a:xfrm>
          <a:custGeom>
            <a:rect b="b" l="l" r="r" t="t"/>
            <a:pathLst>
              <a:path extrusionOk="0" h="4292" w="5096">
                <a:moveTo>
                  <a:pt x="1" y="1"/>
                </a:moveTo>
                <a:lnTo>
                  <a:pt x="1" y="4291"/>
                </a:lnTo>
                <a:lnTo>
                  <a:pt x="5095" y="429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6"/>
          <p:cNvSpPr/>
          <p:nvPr/>
        </p:nvSpPr>
        <p:spPr>
          <a:xfrm>
            <a:off x="7262693" y="2546387"/>
            <a:ext cx="77844" cy="65519"/>
          </a:xfrm>
          <a:custGeom>
            <a:rect b="b" l="l" r="r" t="t"/>
            <a:pathLst>
              <a:path extrusionOk="0" h="4290" w="5097">
                <a:moveTo>
                  <a:pt x="0" y="1"/>
                </a:moveTo>
                <a:lnTo>
                  <a:pt x="0" y="4289"/>
                </a:lnTo>
                <a:lnTo>
                  <a:pt x="5096" y="4289"/>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6"/>
          <p:cNvSpPr/>
          <p:nvPr/>
        </p:nvSpPr>
        <p:spPr>
          <a:xfrm>
            <a:off x="7362987" y="2546387"/>
            <a:ext cx="77829" cy="65519"/>
          </a:xfrm>
          <a:custGeom>
            <a:rect b="b" l="l" r="r" t="t"/>
            <a:pathLst>
              <a:path extrusionOk="0" h="4290" w="5096">
                <a:moveTo>
                  <a:pt x="1" y="1"/>
                </a:moveTo>
                <a:lnTo>
                  <a:pt x="1" y="4289"/>
                </a:lnTo>
                <a:lnTo>
                  <a:pt x="5095" y="4289"/>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6"/>
          <p:cNvSpPr/>
          <p:nvPr/>
        </p:nvSpPr>
        <p:spPr>
          <a:xfrm>
            <a:off x="7262693" y="2626125"/>
            <a:ext cx="77844" cy="65519"/>
          </a:xfrm>
          <a:custGeom>
            <a:rect b="b" l="l" r="r" t="t"/>
            <a:pathLst>
              <a:path extrusionOk="0" h="4290" w="5097">
                <a:moveTo>
                  <a:pt x="0" y="0"/>
                </a:moveTo>
                <a:lnTo>
                  <a:pt x="0" y="4290"/>
                </a:lnTo>
                <a:lnTo>
                  <a:pt x="5096" y="429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6"/>
          <p:cNvSpPr/>
          <p:nvPr/>
        </p:nvSpPr>
        <p:spPr>
          <a:xfrm>
            <a:off x="7362987" y="2626125"/>
            <a:ext cx="77829" cy="65519"/>
          </a:xfrm>
          <a:custGeom>
            <a:rect b="b" l="l" r="r" t="t"/>
            <a:pathLst>
              <a:path extrusionOk="0" h="4290" w="5096">
                <a:moveTo>
                  <a:pt x="1" y="0"/>
                </a:moveTo>
                <a:lnTo>
                  <a:pt x="1" y="4290"/>
                </a:lnTo>
                <a:lnTo>
                  <a:pt x="5095" y="4290"/>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6"/>
          <p:cNvSpPr/>
          <p:nvPr/>
        </p:nvSpPr>
        <p:spPr>
          <a:xfrm>
            <a:off x="7262693" y="2705862"/>
            <a:ext cx="77844" cy="65534"/>
          </a:xfrm>
          <a:custGeom>
            <a:rect b="b" l="l" r="r" t="t"/>
            <a:pathLst>
              <a:path extrusionOk="0" h="4291" w="5097">
                <a:moveTo>
                  <a:pt x="0" y="1"/>
                </a:moveTo>
                <a:lnTo>
                  <a:pt x="0" y="4290"/>
                </a:lnTo>
                <a:lnTo>
                  <a:pt x="5096" y="429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6"/>
          <p:cNvSpPr/>
          <p:nvPr/>
        </p:nvSpPr>
        <p:spPr>
          <a:xfrm>
            <a:off x="7362987" y="2705862"/>
            <a:ext cx="77829" cy="65534"/>
          </a:xfrm>
          <a:custGeom>
            <a:rect b="b" l="l" r="r" t="t"/>
            <a:pathLst>
              <a:path extrusionOk="0" h="4291" w="5096">
                <a:moveTo>
                  <a:pt x="1" y="1"/>
                </a:moveTo>
                <a:lnTo>
                  <a:pt x="1" y="4290"/>
                </a:lnTo>
                <a:lnTo>
                  <a:pt x="5095" y="4290"/>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6"/>
          <p:cNvSpPr/>
          <p:nvPr/>
        </p:nvSpPr>
        <p:spPr>
          <a:xfrm>
            <a:off x="7262693" y="2789052"/>
            <a:ext cx="77844" cy="65519"/>
          </a:xfrm>
          <a:custGeom>
            <a:rect b="b" l="l" r="r" t="t"/>
            <a:pathLst>
              <a:path extrusionOk="0" h="4290" w="5097">
                <a:moveTo>
                  <a:pt x="0" y="0"/>
                </a:moveTo>
                <a:lnTo>
                  <a:pt x="0" y="4290"/>
                </a:lnTo>
                <a:lnTo>
                  <a:pt x="5096" y="429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76"/>
          <p:cNvSpPr/>
          <p:nvPr/>
        </p:nvSpPr>
        <p:spPr>
          <a:xfrm>
            <a:off x="7362987" y="2789052"/>
            <a:ext cx="77829" cy="65519"/>
          </a:xfrm>
          <a:custGeom>
            <a:rect b="b" l="l" r="r" t="t"/>
            <a:pathLst>
              <a:path extrusionOk="0" h="4290" w="5096">
                <a:moveTo>
                  <a:pt x="1" y="0"/>
                </a:moveTo>
                <a:lnTo>
                  <a:pt x="1" y="4290"/>
                </a:lnTo>
                <a:lnTo>
                  <a:pt x="5095" y="4290"/>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76"/>
          <p:cNvSpPr/>
          <p:nvPr/>
        </p:nvSpPr>
        <p:spPr>
          <a:xfrm>
            <a:off x="7262693" y="2877342"/>
            <a:ext cx="77844" cy="65504"/>
          </a:xfrm>
          <a:custGeom>
            <a:rect b="b" l="l" r="r" t="t"/>
            <a:pathLst>
              <a:path extrusionOk="0" h="4289" w="5097">
                <a:moveTo>
                  <a:pt x="0" y="1"/>
                </a:moveTo>
                <a:lnTo>
                  <a:pt x="0" y="4289"/>
                </a:lnTo>
                <a:lnTo>
                  <a:pt x="5096" y="4289"/>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76"/>
          <p:cNvSpPr/>
          <p:nvPr/>
        </p:nvSpPr>
        <p:spPr>
          <a:xfrm>
            <a:off x="7362987" y="2877342"/>
            <a:ext cx="77829" cy="65504"/>
          </a:xfrm>
          <a:custGeom>
            <a:rect b="b" l="l" r="r" t="t"/>
            <a:pathLst>
              <a:path extrusionOk="0" h="4289" w="5096">
                <a:moveTo>
                  <a:pt x="1" y="1"/>
                </a:moveTo>
                <a:lnTo>
                  <a:pt x="1" y="4289"/>
                </a:lnTo>
                <a:lnTo>
                  <a:pt x="5095" y="4289"/>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6"/>
          <p:cNvSpPr/>
          <p:nvPr/>
        </p:nvSpPr>
        <p:spPr>
          <a:xfrm>
            <a:off x="7262693" y="2959936"/>
            <a:ext cx="77844" cy="65534"/>
          </a:xfrm>
          <a:custGeom>
            <a:rect b="b" l="l" r="r" t="t"/>
            <a:pathLst>
              <a:path extrusionOk="0" h="4291" w="5097">
                <a:moveTo>
                  <a:pt x="0" y="1"/>
                </a:moveTo>
                <a:lnTo>
                  <a:pt x="0" y="4291"/>
                </a:lnTo>
                <a:lnTo>
                  <a:pt x="5096" y="429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6"/>
          <p:cNvSpPr/>
          <p:nvPr/>
        </p:nvSpPr>
        <p:spPr>
          <a:xfrm>
            <a:off x="7362987" y="2959936"/>
            <a:ext cx="77829" cy="65534"/>
          </a:xfrm>
          <a:custGeom>
            <a:rect b="b" l="l" r="r" t="t"/>
            <a:pathLst>
              <a:path extrusionOk="0" h="4291" w="5096">
                <a:moveTo>
                  <a:pt x="1" y="1"/>
                </a:moveTo>
                <a:lnTo>
                  <a:pt x="1" y="4291"/>
                </a:lnTo>
                <a:lnTo>
                  <a:pt x="5095" y="429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6"/>
          <p:cNvSpPr/>
          <p:nvPr/>
        </p:nvSpPr>
        <p:spPr>
          <a:xfrm>
            <a:off x="7262693" y="3039673"/>
            <a:ext cx="77844" cy="65550"/>
          </a:xfrm>
          <a:custGeom>
            <a:rect b="b" l="l" r="r" t="t"/>
            <a:pathLst>
              <a:path extrusionOk="0" h="4292" w="5097">
                <a:moveTo>
                  <a:pt x="0" y="1"/>
                </a:moveTo>
                <a:lnTo>
                  <a:pt x="0" y="4291"/>
                </a:lnTo>
                <a:lnTo>
                  <a:pt x="5096" y="429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76"/>
          <p:cNvSpPr/>
          <p:nvPr/>
        </p:nvSpPr>
        <p:spPr>
          <a:xfrm>
            <a:off x="7362987" y="3039673"/>
            <a:ext cx="77829" cy="65550"/>
          </a:xfrm>
          <a:custGeom>
            <a:rect b="b" l="l" r="r" t="t"/>
            <a:pathLst>
              <a:path extrusionOk="0" h="4292" w="5096">
                <a:moveTo>
                  <a:pt x="1" y="1"/>
                </a:moveTo>
                <a:lnTo>
                  <a:pt x="1" y="4291"/>
                </a:lnTo>
                <a:lnTo>
                  <a:pt x="5095" y="429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76"/>
          <p:cNvSpPr/>
          <p:nvPr/>
        </p:nvSpPr>
        <p:spPr>
          <a:xfrm>
            <a:off x="7262693" y="3119426"/>
            <a:ext cx="77844" cy="65519"/>
          </a:xfrm>
          <a:custGeom>
            <a:rect b="b" l="l" r="r" t="t"/>
            <a:pathLst>
              <a:path extrusionOk="0" h="4290" w="5097">
                <a:moveTo>
                  <a:pt x="0" y="0"/>
                </a:moveTo>
                <a:lnTo>
                  <a:pt x="0" y="4290"/>
                </a:lnTo>
                <a:lnTo>
                  <a:pt x="5096" y="429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76"/>
          <p:cNvSpPr/>
          <p:nvPr/>
        </p:nvSpPr>
        <p:spPr>
          <a:xfrm>
            <a:off x="7362987" y="3119426"/>
            <a:ext cx="77829" cy="65519"/>
          </a:xfrm>
          <a:custGeom>
            <a:rect b="b" l="l" r="r" t="t"/>
            <a:pathLst>
              <a:path extrusionOk="0" h="4290" w="5096">
                <a:moveTo>
                  <a:pt x="1" y="0"/>
                </a:moveTo>
                <a:lnTo>
                  <a:pt x="1" y="4290"/>
                </a:lnTo>
                <a:lnTo>
                  <a:pt x="5095" y="4290"/>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6"/>
          <p:cNvSpPr/>
          <p:nvPr/>
        </p:nvSpPr>
        <p:spPr>
          <a:xfrm>
            <a:off x="6716319" y="2506663"/>
            <a:ext cx="382087" cy="695953"/>
          </a:xfrm>
          <a:custGeom>
            <a:rect b="b" l="l" r="r" t="t"/>
            <a:pathLst>
              <a:path extrusionOk="0" h="45569" w="25018">
                <a:moveTo>
                  <a:pt x="1" y="1"/>
                </a:moveTo>
                <a:lnTo>
                  <a:pt x="1" y="45569"/>
                </a:lnTo>
                <a:lnTo>
                  <a:pt x="25017" y="45569"/>
                </a:lnTo>
                <a:lnTo>
                  <a:pt x="25017"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6"/>
          <p:cNvSpPr/>
          <p:nvPr/>
        </p:nvSpPr>
        <p:spPr>
          <a:xfrm>
            <a:off x="6768139" y="2565401"/>
            <a:ext cx="77844" cy="100951"/>
          </a:xfrm>
          <a:custGeom>
            <a:rect b="b" l="l" r="r" t="t"/>
            <a:pathLst>
              <a:path extrusionOk="0" h="6610" w="5097">
                <a:moveTo>
                  <a:pt x="0" y="0"/>
                </a:moveTo>
                <a:lnTo>
                  <a:pt x="0" y="6610"/>
                </a:lnTo>
                <a:lnTo>
                  <a:pt x="5096" y="661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76"/>
          <p:cNvSpPr/>
          <p:nvPr/>
        </p:nvSpPr>
        <p:spPr>
          <a:xfrm>
            <a:off x="6868449" y="256540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6"/>
          <p:cNvSpPr/>
          <p:nvPr/>
        </p:nvSpPr>
        <p:spPr>
          <a:xfrm>
            <a:off x="6968743" y="256540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6"/>
          <p:cNvSpPr/>
          <p:nvPr/>
        </p:nvSpPr>
        <p:spPr>
          <a:xfrm>
            <a:off x="6768139" y="2701433"/>
            <a:ext cx="77844" cy="100966"/>
          </a:xfrm>
          <a:custGeom>
            <a:rect b="b" l="l" r="r" t="t"/>
            <a:pathLst>
              <a:path extrusionOk="0" h="6611" w="5097">
                <a:moveTo>
                  <a:pt x="0" y="0"/>
                </a:moveTo>
                <a:lnTo>
                  <a:pt x="0" y="6610"/>
                </a:lnTo>
                <a:lnTo>
                  <a:pt x="5096" y="661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6"/>
          <p:cNvSpPr/>
          <p:nvPr/>
        </p:nvSpPr>
        <p:spPr>
          <a:xfrm>
            <a:off x="6868449" y="2701433"/>
            <a:ext cx="77844" cy="100966"/>
          </a:xfrm>
          <a:custGeom>
            <a:rect b="b" l="l" r="r" t="t"/>
            <a:pathLst>
              <a:path extrusionOk="0" h="6611"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76"/>
          <p:cNvSpPr/>
          <p:nvPr/>
        </p:nvSpPr>
        <p:spPr>
          <a:xfrm>
            <a:off x="6968743" y="2701433"/>
            <a:ext cx="77844" cy="100966"/>
          </a:xfrm>
          <a:custGeom>
            <a:rect b="b" l="l" r="r" t="t"/>
            <a:pathLst>
              <a:path extrusionOk="0" h="6611"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6"/>
          <p:cNvSpPr/>
          <p:nvPr/>
        </p:nvSpPr>
        <p:spPr>
          <a:xfrm>
            <a:off x="6768139" y="2828714"/>
            <a:ext cx="77844" cy="100936"/>
          </a:xfrm>
          <a:custGeom>
            <a:rect b="b" l="l" r="r" t="t"/>
            <a:pathLst>
              <a:path extrusionOk="0" h="6609" w="5097">
                <a:moveTo>
                  <a:pt x="0" y="0"/>
                </a:moveTo>
                <a:lnTo>
                  <a:pt x="0" y="6608"/>
                </a:lnTo>
                <a:lnTo>
                  <a:pt x="5096" y="660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6"/>
          <p:cNvSpPr/>
          <p:nvPr/>
        </p:nvSpPr>
        <p:spPr>
          <a:xfrm>
            <a:off x="6868449" y="2828714"/>
            <a:ext cx="77844" cy="100936"/>
          </a:xfrm>
          <a:custGeom>
            <a:rect b="b" l="l" r="r" t="t"/>
            <a:pathLst>
              <a:path extrusionOk="0" h="6609"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6"/>
          <p:cNvSpPr/>
          <p:nvPr/>
        </p:nvSpPr>
        <p:spPr>
          <a:xfrm>
            <a:off x="6968743" y="2828714"/>
            <a:ext cx="77844" cy="100936"/>
          </a:xfrm>
          <a:custGeom>
            <a:rect b="b" l="l" r="r" t="t"/>
            <a:pathLst>
              <a:path extrusionOk="0" h="6609"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6"/>
          <p:cNvSpPr/>
          <p:nvPr/>
        </p:nvSpPr>
        <p:spPr>
          <a:xfrm>
            <a:off x="6768139" y="2951551"/>
            <a:ext cx="77844" cy="100951"/>
          </a:xfrm>
          <a:custGeom>
            <a:rect b="b" l="l" r="r" t="t"/>
            <a:pathLst>
              <a:path extrusionOk="0" h="6610" w="5097">
                <a:moveTo>
                  <a:pt x="0" y="0"/>
                </a:moveTo>
                <a:lnTo>
                  <a:pt x="0" y="6610"/>
                </a:lnTo>
                <a:lnTo>
                  <a:pt x="5096" y="661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6"/>
          <p:cNvSpPr/>
          <p:nvPr/>
        </p:nvSpPr>
        <p:spPr>
          <a:xfrm>
            <a:off x="6868449" y="295155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6"/>
          <p:cNvSpPr/>
          <p:nvPr/>
        </p:nvSpPr>
        <p:spPr>
          <a:xfrm>
            <a:off x="6968743" y="295155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6"/>
          <p:cNvSpPr/>
          <p:nvPr/>
        </p:nvSpPr>
        <p:spPr>
          <a:xfrm>
            <a:off x="6768139" y="3074434"/>
            <a:ext cx="77844" cy="100951"/>
          </a:xfrm>
          <a:custGeom>
            <a:rect b="b" l="l" r="r" t="t"/>
            <a:pathLst>
              <a:path extrusionOk="0" h="6610" w="5097">
                <a:moveTo>
                  <a:pt x="0" y="1"/>
                </a:moveTo>
                <a:lnTo>
                  <a:pt x="0" y="6610"/>
                </a:lnTo>
                <a:lnTo>
                  <a:pt x="5096" y="661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6"/>
          <p:cNvSpPr/>
          <p:nvPr/>
        </p:nvSpPr>
        <p:spPr>
          <a:xfrm>
            <a:off x="6868449" y="3074434"/>
            <a:ext cx="77844" cy="100951"/>
          </a:xfrm>
          <a:custGeom>
            <a:rect b="b" l="l" r="r" t="t"/>
            <a:pathLst>
              <a:path extrusionOk="0" h="6610" w="5097">
                <a:moveTo>
                  <a:pt x="1" y="1"/>
                </a:moveTo>
                <a:lnTo>
                  <a:pt x="1" y="6610"/>
                </a:lnTo>
                <a:lnTo>
                  <a:pt x="5097" y="6610"/>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6"/>
          <p:cNvSpPr/>
          <p:nvPr/>
        </p:nvSpPr>
        <p:spPr>
          <a:xfrm>
            <a:off x="6968743" y="3074434"/>
            <a:ext cx="77844" cy="100951"/>
          </a:xfrm>
          <a:custGeom>
            <a:rect b="b" l="l" r="r" t="t"/>
            <a:pathLst>
              <a:path extrusionOk="0" h="6610" w="5097">
                <a:moveTo>
                  <a:pt x="1" y="1"/>
                </a:moveTo>
                <a:lnTo>
                  <a:pt x="1" y="6610"/>
                </a:lnTo>
                <a:lnTo>
                  <a:pt x="5097" y="6610"/>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6"/>
          <p:cNvSpPr/>
          <p:nvPr/>
        </p:nvSpPr>
        <p:spPr>
          <a:xfrm>
            <a:off x="6487751" y="2651950"/>
            <a:ext cx="333765" cy="555354"/>
          </a:xfrm>
          <a:custGeom>
            <a:rect b="b" l="l" r="r" t="t"/>
            <a:pathLst>
              <a:path extrusionOk="0" h="36363" w="21854">
                <a:moveTo>
                  <a:pt x="0" y="0"/>
                </a:moveTo>
                <a:lnTo>
                  <a:pt x="0" y="36363"/>
                </a:lnTo>
                <a:lnTo>
                  <a:pt x="21853" y="36363"/>
                </a:lnTo>
                <a:lnTo>
                  <a:pt x="21853" y="0"/>
                </a:lnTo>
                <a:close/>
              </a:path>
            </a:pathLst>
          </a:custGeom>
          <a:solidFill>
            <a:srgbClr val="A1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6"/>
          <p:cNvSpPr/>
          <p:nvPr/>
        </p:nvSpPr>
        <p:spPr>
          <a:xfrm>
            <a:off x="6517334" y="2680846"/>
            <a:ext cx="78210" cy="83082"/>
          </a:xfrm>
          <a:custGeom>
            <a:rect b="b" l="l" r="r" t="t"/>
            <a:pathLst>
              <a:path extrusionOk="0" h="5440" w="5121">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6"/>
          <p:cNvSpPr/>
          <p:nvPr/>
        </p:nvSpPr>
        <p:spPr>
          <a:xfrm>
            <a:off x="6618132" y="2680846"/>
            <a:ext cx="78226" cy="83082"/>
          </a:xfrm>
          <a:custGeom>
            <a:rect b="b" l="l" r="r" t="t"/>
            <a:pathLst>
              <a:path extrusionOk="0" h="5440" w="5122">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76"/>
          <p:cNvSpPr/>
          <p:nvPr/>
        </p:nvSpPr>
        <p:spPr>
          <a:xfrm>
            <a:off x="6718946" y="2680846"/>
            <a:ext cx="78226" cy="83082"/>
          </a:xfrm>
          <a:custGeom>
            <a:rect b="b" l="l" r="r" t="t"/>
            <a:pathLst>
              <a:path extrusionOk="0" h="5440" w="5122">
                <a:moveTo>
                  <a:pt x="1" y="1"/>
                </a:moveTo>
                <a:lnTo>
                  <a:pt x="1" y="5440"/>
                </a:lnTo>
                <a:lnTo>
                  <a:pt x="5122" y="5440"/>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76"/>
          <p:cNvSpPr/>
          <p:nvPr/>
        </p:nvSpPr>
        <p:spPr>
          <a:xfrm>
            <a:off x="6517334" y="2792778"/>
            <a:ext cx="78210" cy="83098"/>
          </a:xfrm>
          <a:custGeom>
            <a:rect b="b" l="l" r="r" t="t"/>
            <a:pathLst>
              <a:path extrusionOk="0" h="5441" w="5121">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6"/>
          <p:cNvSpPr/>
          <p:nvPr/>
        </p:nvSpPr>
        <p:spPr>
          <a:xfrm>
            <a:off x="6618132" y="2792778"/>
            <a:ext cx="78226" cy="83098"/>
          </a:xfrm>
          <a:custGeom>
            <a:rect b="b" l="l" r="r" t="t"/>
            <a:pathLst>
              <a:path extrusionOk="0" h="5441" w="5122">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6"/>
          <p:cNvSpPr/>
          <p:nvPr/>
        </p:nvSpPr>
        <p:spPr>
          <a:xfrm>
            <a:off x="6718946" y="2792778"/>
            <a:ext cx="78226" cy="83098"/>
          </a:xfrm>
          <a:custGeom>
            <a:rect b="b" l="l" r="r" t="t"/>
            <a:pathLst>
              <a:path extrusionOk="0" h="5441" w="5122">
                <a:moveTo>
                  <a:pt x="1" y="1"/>
                </a:moveTo>
                <a:lnTo>
                  <a:pt x="1" y="5440"/>
                </a:lnTo>
                <a:lnTo>
                  <a:pt x="5122" y="5440"/>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6"/>
          <p:cNvSpPr/>
          <p:nvPr/>
        </p:nvSpPr>
        <p:spPr>
          <a:xfrm>
            <a:off x="6517334" y="2897517"/>
            <a:ext cx="78210" cy="83082"/>
          </a:xfrm>
          <a:custGeom>
            <a:rect b="b" l="l" r="r" t="t"/>
            <a:pathLst>
              <a:path extrusionOk="0" h="5440" w="5121">
                <a:moveTo>
                  <a:pt x="0" y="0"/>
                </a:moveTo>
                <a:lnTo>
                  <a:pt x="0" y="5440"/>
                </a:lnTo>
                <a:lnTo>
                  <a:pt x="5121" y="5440"/>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6"/>
          <p:cNvSpPr/>
          <p:nvPr/>
        </p:nvSpPr>
        <p:spPr>
          <a:xfrm>
            <a:off x="6618132" y="2897517"/>
            <a:ext cx="78226" cy="83082"/>
          </a:xfrm>
          <a:custGeom>
            <a:rect b="b" l="l" r="r" t="t"/>
            <a:pathLst>
              <a:path extrusionOk="0" h="5440" w="5122">
                <a:moveTo>
                  <a:pt x="0" y="0"/>
                </a:moveTo>
                <a:lnTo>
                  <a:pt x="0" y="5440"/>
                </a:lnTo>
                <a:lnTo>
                  <a:pt x="5121" y="5440"/>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76"/>
          <p:cNvSpPr/>
          <p:nvPr/>
        </p:nvSpPr>
        <p:spPr>
          <a:xfrm>
            <a:off x="6718946" y="2897517"/>
            <a:ext cx="78226" cy="83082"/>
          </a:xfrm>
          <a:custGeom>
            <a:rect b="b" l="l" r="r" t="t"/>
            <a:pathLst>
              <a:path extrusionOk="0" h="5440" w="5122">
                <a:moveTo>
                  <a:pt x="1" y="0"/>
                </a:moveTo>
                <a:lnTo>
                  <a:pt x="1" y="5440"/>
                </a:lnTo>
                <a:lnTo>
                  <a:pt x="5122" y="5440"/>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76"/>
          <p:cNvSpPr/>
          <p:nvPr/>
        </p:nvSpPr>
        <p:spPr>
          <a:xfrm>
            <a:off x="6517334" y="2998606"/>
            <a:ext cx="78210" cy="83067"/>
          </a:xfrm>
          <a:custGeom>
            <a:rect b="b" l="l" r="r" t="t"/>
            <a:pathLst>
              <a:path extrusionOk="0" h="5439" w="5121">
                <a:moveTo>
                  <a:pt x="0" y="0"/>
                </a:moveTo>
                <a:lnTo>
                  <a:pt x="0" y="5439"/>
                </a:lnTo>
                <a:lnTo>
                  <a:pt x="5121" y="5439"/>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6"/>
          <p:cNvSpPr/>
          <p:nvPr/>
        </p:nvSpPr>
        <p:spPr>
          <a:xfrm>
            <a:off x="6618132" y="2998606"/>
            <a:ext cx="78226" cy="83067"/>
          </a:xfrm>
          <a:custGeom>
            <a:rect b="b" l="l" r="r" t="t"/>
            <a:pathLst>
              <a:path extrusionOk="0" h="5439" w="5122">
                <a:moveTo>
                  <a:pt x="0" y="0"/>
                </a:moveTo>
                <a:lnTo>
                  <a:pt x="0" y="5439"/>
                </a:lnTo>
                <a:lnTo>
                  <a:pt x="5121" y="5439"/>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76"/>
          <p:cNvSpPr/>
          <p:nvPr/>
        </p:nvSpPr>
        <p:spPr>
          <a:xfrm>
            <a:off x="6718946" y="2998606"/>
            <a:ext cx="78226" cy="83067"/>
          </a:xfrm>
          <a:custGeom>
            <a:rect b="b" l="l" r="r" t="t"/>
            <a:pathLst>
              <a:path extrusionOk="0" h="5439" w="5122">
                <a:moveTo>
                  <a:pt x="1" y="0"/>
                </a:moveTo>
                <a:lnTo>
                  <a:pt x="1" y="5439"/>
                </a:lnTo>
                <a:lnTo>
                  <a:pt x="5122" y="5439"/>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76"/>
          <p:cNvSpPr/>
          <p:nvPr/>
        </p:nvSpPr>
        <p:spPr>
          <a:xfrm>
            <a:off x="6517334" y="3099740"/>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6"/>
          <p:cNvSpPr/>
          <p:nvPr/>
        </p:nvSpPr>
        <p:spPr>
          <a:xfrm>
            <a:off x="6618132" y="3099740"/>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76"/>
          <p:cNvSpPr/>
          <p:nvPr/>
        </p:nvSpPr>
        <p:spPr>
          <a:xfrm>
            <a:off x="6718946" y="3099740"/>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76"/>
          <p:cNvSpPr/>
          <p:nvPr/>
        </p:nvSpPr>
        <p:spPr>
          <a:xfrm>
            <a:off x="6987467" y="2648590"/>
            <a:ext cx="333765" cy="555354"/>
          </a:xfrm>
          <a:custGeom>
            <a:rect b="b" l="l" r="r" t="t"/>
            <a:pathLst>
              <a:path extrusionOk="0" h="36363" w="21854">
                <a:moveTo>
                  <a:pt x="0" y="1"/>
                </a:moveTo>
                <a:lnTo>
                  <a:pt x="0" y="36363"/>
                </a:lnTo>
                <a:lnTo>
                  <a:pt x="21853" y="36363"/>
                </a:lnTo>
                <a:lnTo>
                  <a:pt x="21853" y="1"/>
                </a:lnTo>
                <a:close/>
              </a:path>
            </a:pathLst>
          </a:custGeom>
          <a:solidFill>
            <a:srgbClr val="A1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6"/>
          <p:cNvSpPr/>
          <p:nvPr/>
        </p:nvSpPr>
        <p:spPr>
          <a:xfrm>
            <a:off x="7017020" y="2677486"/>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6"/>
          <p:cNvSpPr/>
          <p:nvPr/>
        </p:nvSpPr>
        <p:spPr>
          <a:xfrm>
            <a:off x="7117864" y="2677486"/>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6"/>
          <p:cNvSpPr/>
          <p:nvPr/>
        </p:nvSpPr>
        <p:spPr>
          <a:xfrm>
            <a:off x="7218662" y="2677486"/>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76"/>
          <p:cNvSpPr/>
          <p:nvPr/>
        </p:nvSpPr>
        <p:spPr>
          <a:xfrm>
            <a:off x="7017020" y="2789449"/>
            <a:ext cx="78226" cy="83067"/>
          </a:xfrm>
          <a:custGeom>
            <a:rect b="b" l="l" r="r" t="t"/>
            <a:pathLst>
              <a:path extrusionOk="0" h="5439" w="5122">
                <a:moveTo>
                  <a:pt x="0" y="0"/>
                </a:moveTo>
                <a:lnTo>
                  <a:pt x="0" y="5438"/>
                </a:lnTo>
                <a:lnTo>
                  <a:pt x="5122" y="5438"/>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6"/>
          <p:cNvSpPr/>
          <p:nvPr/>
        </p:nvSpPr>
        <p:spPr>
          <a:xfrm>
            <a:off x="7117864" y="2789449"/>
            <a:ext cx="78241" cy="83067"/>
          </a:xfrm>
          <a:custGeom>
            <a:rect b="b" l="l" r="r" t="t"/>
            <a:pathLst>
              <a:path extrusionOk="0" h="5439" w="5123">
                <a:moveTo>
                  <a:pt x="1" y="0"/>
                </a:moveTo>
                <a:lnTo>
                  <a:pt x="1" y="5438"/>
                </a:lnTo>
                <a:lnTo>
                  <a:pt x="5122" y="5438"/>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6"/>
          <p:cNvSpPr/>
          <p:nvPr/>
        </p:nvSpPr>
        <p:spPr>
          <a:xfrm>
            <a:off x="7218662" y="2789449"/>
            <a:ext cx="78226" cy="83067"/>
          </a:xfrm>
          <a:custGeom>
            <a:rect b="b" l="l" r="r" t="t"/>
            <a:pathLst>
              <a:path extrusionOk="0" h="5439" w="5122">
                <a:moveTo>
                  <a:pt x="1" y="0"/>
                </a:moveTo>
                <a:lnTo>
                  <a:pt x="1" y="5438"/>
                </a:lnTo>
                <a:lnTo>
                  <a:pt x="5122" y="5438"/>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76"/>
          <p:cNvSpPr/>
          <p:nvPr/>
        </p:nvSpPr>
        <p:spPr>
          <a:xfrm>
            <a:off x="7017020" y="2894157"/>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76"/>
          <p:cNvSpPr/>
          <p:nvPr/>
        </p:nvSpPr>
        <p:spPr>
          <a:xfrm>
            <a:off x="7117864" y="2894157"/>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6"/>
          <p:cNvSpPr/>
          <p:nvPr/>
        </p:nvSpPr>
        <p:spPr>
          <a:xfrm>
            <a:off x="7218662" y="2894157"/>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6"/>
          <p:cNvSpPr/>
          <p:nvPr/>
        </p:nvSpPr>
        <p:spPr>
          <a:xfrm>
            <a:off x="7017020" y="2995261"/>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76"/>
          <p:cNvSpPr/>
          <p:nvPr/>
        </p:nvSpPr>
        <p:spPr>
          <a:xfrm>
            <a:off x="7117864" y="2995261"/>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76"/>
          <p:cNvSpPr/>
          <p:nvPr/>
        </p:nvSpPr>
        <p:spPr>
          <a:xfrm>
            <a:off x="7218662" y="2995261"/>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76"/>
          <p:cNvSpPr/>
          <p:nvPr/>
        </p:nvSpPr>
        <p:spPr>
          <a:xfrm>
            <a:off x="7017020" y="3096365"/>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76"/>
          <p:cNvSpPr/>
          <p:nvPr/>
        </p:nvSpPr>
        <p:spPr>
          <a:xfrm>
            <a:off x="7117864" y="3096365"/>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76"/>
          <p:cNvSpPr/>
          <p:nvPr/>
        </p:nvSpPr>
        <p:spPr>
          <a:xfrm>
            <a:off x="7218662" y="3096365"/>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76"/>
          <p:cNvSpPr/>
          <p:nvPr/>
        </p:nvSpPr>
        <p:spPr>
          <a:xfrm>
            <a:off x="5960422" y="3053693"/>
            <a:ext cx="634465" cy="230997"/>
          </a:xfrm>
          <a:custGeom>
            <a:rect b="b" l="l" r="r" t="t"/>
            <a:pathLst>
              <a:path extrusionOk="0" h="15125" w="41543">
                <a:moveTo>
                  <a:pt x="21780" y="1"/>
                </a:moveTo>
                <a:cubicBezTo>
                  <a:pt x="18020" y="1"/>
                  <a:pt x="14878" y="2064"/>
                  <a:pt x="14070" y="4826"/>
                </a:cubicBezTo>
                <a:cubicBezTo>
                  <a:pt x="13261" y="4184"/>
                  <a:pt x="12138" y="3787"/>
                  <a:pt x="10897" y="3787"/>
                </a:cubicBezTo>
                <a:cubicBezTo>
                  <a:pt x="8430" y="3787"/>
                  <a:pt x="6433" y="5359"/>
                  <a:pt x="6433" y="7298"/>
                </a:cubicBezTo>
                <a:cubicBezTo>
                  <a:pt x="6433" y="7326"/>
                  <a:pt x="6436" y="7355"/>
                  <a:pt x="6436" y="7383"/>
                </a:cubicBezTo>
                <a:cubicBezTo>
                  <a:pt x="2788" y="7852"/>
                  <a:pt x="0" y="10335"/>
                  <a:pt x="1" y="13336"/>
                </a:cubicBezTo>
                <a:cubicBezTo>
                  <a:pt x="1" y="13959"/>
                  <a:pt x="121" y="14561"/>
                  <a:pt x="343" y="15125"/>
                </a:cubicBezTo>
                <a:lnTo>
                  <a:pt x="41542" y="15125"/>
                </a:lnTo>
                <a:cubicBezTo>
                  <a:pt x="41105" y="14150"/>
                  <a:pt x="40042" y="13406"/>
                  <a:pt x="38727" y="13194"/>
                </a:cubicBezTo>
                <a:cubicBezTo>
                  <a:pt x="38761" y="12953"/>
                  <a:pt x="38779" y="12706"/>
                  <a:pt x="38779" y="12456"/>
                </a:cubicBezTo>
                <a:cubicBezTo>
                  <a:pt x="38779" y="8565"/>
                  <a:pt x="34767" y="5411"/>
                  <a:pt x="29818" y="5411"/>
                </a:cubicBezTo>
                <a:cubicBezTo>
                  <a:pt x="29754" y="5411"/>
                  <a:pt x="29690" y="5418"/>
                  <a:pt x="29626" y="5418"/>
                </a:cubicBezTo>
                <a:cubicBezTo>
                  <a:pt x="29119" y="2362"/>
                  <a:pt x="25806" y="1"/>
                  <a:pt x="21780" y="1"/>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76"/>
          <p:cNvSpPr/>
          <p:nvPr/>
        </p:nvSpPr>
        <p:spPr>
          <a:xfrm>
            <a:off x="6172786" y="2980783"/>
            <a:ext cx="834780" cy="303862"/>
          </a:xfrm>
          <a:custGeom>
            <a:rect b="b" l="l" r="r" t="t"/>
            <a:pathLst>
              <a:path extrusionOk="0" h="19896" w="54659">
                <a:moveTo>
                  <a:pt x="28656" y="0"/>
                </a:moveTo>
                <a:cubicBezTo>
                  <a:pt x="23707" y="0"/>
                  <a:pt x="19574" y="2715"/>
                  <a:pt x="18511" y="6347"/>
                </a:cubicBezTo>
                <a:cubicBezTo>
                  <a:pt x="17443" y="5505"/>
                  <a:pt x="15967" y="4981"/>
                  <a:pt x="14335" y="4981"/>
                </a:cubicBezTo>
                <a:cubicBezTo>
                  <a:pt x="11093" y="4981"/>
                  <a:pt x="8461" y="7049"/>
                  <a:pt x="8461" y="9601"/>
                </a:cubicBezTo>
                <a:cubicBezTo>
                  <a:pt x="8461" y="9637"/>
                  <a:pt x="8467" y="9676"/>
                  <a:pt x="8470" y="9714"/>
                </a:cubicBezTo>
                <a:cubicBezTo>
                  <a:pt x="3669" y="10330"/>
                  <a:pt x="1" y="13596"/>
                  <a:pt x="3" y="17542"/>
                </a:cubicBezTo>
                <a:cubicBezTo>
                  <a:pt x="3" y="18362"/>
                  <a:pt x="164" y="19153"/>
                  <a:pt x="451" y="19896"/>
                </a:cubicBezTo>
                <a:lnTo>
                  <a:pt x="54658" y="19896"/>
                </a:lnTo>
                <a:cubicBezTo>
                  <a:pt x="54083" y="18613"/>
                  <a:pt x="52685" y="17631"/>
                  <a:pt x="50954" y="17356"/>
                </a:cubicBezTo>
                <a:cubicBezTo>
                  <a:pt x="50999" y="17038"/>
                  <a:pt x="51022" y="16712"/>
                  <a:pt x="51022" y="16384"/>
                </a:cubicBezTo>
                <a:cubicBezTo>
                  <a:pt x="51022" y="11265"/>
                  <a:pt x="45744" y="7115"/>
                  <a:pt x="39231" y="7115"/>
                </a:cubicBezTo>
                <a:cubicBezTo>
                  <a:pt x="39146" y="7115"/>
                  <a:pt x="39065" y="7125"/>
                  <a:pt x="38979" y="7128"/>
                </a:cubicBezTo>
                <a:cubicBezTo>
                  <a:pt x="38315" y="3105"/>
                  <a:pt x="33952" y="0"/>
                  <a:pt x="28656" y="0"/>
                </a:cubicBezTo>
                <a:close/>
              </a:path>
            </a:pathLst>
          </a:custGeom>
          <a:solidFill>
            <a:srgbClr val="B6A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76"/>
          <p:cNvSpPr/>
          <p:nvPr/>
        </p:nvSpPr>
        <p:spPr>
          <a:xfrm>
            <a:off x="6761175" y="3087644"/>
            <a:ext cx="541150" cy="196985"/>
          </a:xfrm>
          <a:custGeom>
            <a:rect b="b" l="l" r="r" t="t"/>
            <a:pathLst>
              <a:path extrusionOk="0" h="12898" w="35433">
                <a:moveTo>
                  <a:pt x="18576" y="1"/>
                </a:moveTo>
                <a:cubicBezTo>
                  <a:pt x="15369" y="1"/>
                  <a:pt x="12690" y="1759"/>
                  <a:pt x="11999" y="4116"/>
                </a:cubicBezTo>
                <a:cubicBezTo>
                  <a:pt x="11310" y="3568"/>
                  <a:pt x="10354" y="3229"/>
                  <a:pt x="9293" y="3229"/>
                </a:cubicBezTo>
                <a:cubicBezTo>
                  <a:pt x="7192" y="3229"/>
                  <a:pt x="5486" y="4571"/>
                  <a:pt x="5486" y="6225"/>
                </a:cubicBezTo>
                <a:cubicBezTo>
                  <a:pt x="5486" y="6248"/>
                  <a:pt x="5490" y="6273"/>
                  <a:pt x="5490" y="6298"/>
                </a:cubicBezTo>
                <a:cubicBezTo>
                  <a:pt x="2378" y="6698"/>
                  <a:pt x="0" y="8815"/>
                  <a:pt x="1" y="11372"/>
                </a:cubicBezTo>
                <a:cubicBezTo>
                  <a:pt x="1" y="11903"/>
                  <a:pt x="105" y="12416"/>
                  <a:pt x="292" y="12898"/>
                </a:cubicBezTo>
                <a:lnTo>
                  <a:pt x="35432" y="12898"/>
                </a:lnTo>
                <a:cubicBezTo>
                  <a:pt x="35060" y="12067"/>
                  <a:pt x="34153" y="11431"/>
                  <a:pt x="33031" y="11251"/>
                </a:cubicBezTo>
                <a:cubicBezTo>
                  <a:pt x="33059" y="11044"/>
                  <a:pt x="33076" y="10834"/>
                  <a:pt x="33076" y="10622"/>
                </a:cubicBezTo>
                <a:cubicBezTo>
                  <a:pt x="33076" y="7304"/>
                  <a:pt x="29653" y="4613"/>
                  <a:pt x="25431" y="4613"/>
                </a:cubicBezTo>
                <a:cubicBezTo>
                  <a:pt x="25377" y="4613"/>
                  <a:pt x="25322" y="4620"/>
                  <a:pt x="25268" y="4620"/>
                </a:cubicBezTo>
                <a:cubicBezTo>
                  <a:pt x="24837" y="2013"/>
                  <a:pt x="22010" y="1"/>
                  <a:pt x="18576" y="1"/>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6"/>
          <p:cNvSpPr/>
          <p:nvPr/>
        </p:nvSpPr>
        <p:spPr>
          <a:xfrm>
            <a:off x="6942322" y="3126971"/>
            <a:ext cx="433143" cy="157689"/>
          </a:xfrm>
          <a:custGeom>
            <a:rect b="b" l="l" r="r" t="t"/>
            <a:pathLst>
              <a:path extrusionOk="0" h="10325" w="28361">
                <a:moveTo>
                  <a:pt x="14868" y="1"/>
                </a:moveTo>
                <a:cubicBezTo>
                  <a:pt x="12300" y="1"/>
                  <a:pt x="10156" y="1410"/>
                  <a:pt x="9603" y="3294"/>
                </a:cubicBezTo>
                <a:cubicBezTo>
                  <a:pt x="9050" y="2857"/>
                  <a:pt x="8285" y="2585"/>
                  <a:pt x="7437" y="2585"/>
                </a:cubicBezTo>
                <a:cubicBezTo>
                  <a:pt x="5755" y="2585"/>
                  <a:pt x="4389" y="3658"/>
                  <a:pt x="4389" y="4983"/>
                </a:cubicBezTo>
                <a:cubicBezTo>
                  <a:pt x="4389" y="5003"/>
                  <a:pt x="4392" y="5021"/>
                  <a:pt x="4393" y="5041"/>
                </a:cubicBezTo>
                <a:cubicBezTo>
                  <a:pt x="1903" y="5361"/>
                  <a:pt x="0" y="7056"/>
                  <a:pt x="1" y="9104"/>
                </a:cubicBezTo>
                <a:cubicBezTo>
                  <a:pt x="1" y="9529"/>
                  <a:pt x="84" y="9940"/>
                  <a:pt x="235" y="10325"/>
                </a:cubicBezTo>
                <a:lnTo>
                  <a:pt x="28361" y="10325"/>
                </a:lnTo>
                <a:cubicBezTo>
                  <a:pt x="28063" y="9660"/>
                  <a:pt x="27337" y="9151"/>
                  <a:pt x="26439" y="9008"/>
                </a:cubicBezTo>
                <a:cubicBezTo>
                  <a:pt x="26461" y="8842"/>
                  <a:pt x="26472" y="8674"/>
                  <a:pt x="26472" y="8504"/>
                </a:cubicBezTo>
                <a:cubicBezTo>
                  <a:pt x="26472" y="5846"/>
                  <a:pt x="23735" y="3693"/>
                  <a:pt x="20355" y="3693"/>
                </a:cubicBezTo>
                <a:cubicBezTo>
                  <a:pt x="20312" y="3693"/>
                  <a:pt x="20268" y="3698"/>
                  <a:pt x="20225" y="3699"/>
                </a:cubicBezTo>
                <a:cubicBezTo>
                  <a:pt x="19879" y="1613"/>
                  <a:pt x="17617" y="1"/>
                  <a:pt x="14868" y="1"/>
                </a:cubicBezTo>
                <a:close/>
              </a:path>
            </a:pathLst>
          </a:custGeom>
          <a:solidFill>
            <a:srgbClr val="B6A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6"/>
          <p:cNvSpPr/>
          <p:nvPr/>
        </p:nvSpPr>
        <p:spPr>
          <a:xfrm>
            <a:off x="5748776" y="2584354"/>
            <a:ext cx="68833" cy="61793"/>
          </a:xfrm>
          <a:custGeom>
            <a:rect b="b" l="l" r="r" t="t"/>
            <a:pathLst>
              <a:path extrusionOk="0" h="4046" w="4507">
                <a:moveTo>
                  <a:pt x="2255" y="0"/>
                </a:moveTo>
                <a:cubicBezTo>
                  <a:pt x="1009" y="0"/>
                  <a:pt x="1" y="905"/>
                  <a:pt x="1" y="2022"/>
                </a:cubicBezTo>
                <a:cubicBezTo>
                  <a:pt x="1" y="3140"/>
                  <a:pt x="1009" y="4046"/>
                  <a:pt x="2255" y="4046"/>
                </a:cubicBezTo>
                <a:cubicBezTo>
                  <a:pt x="3499" y="4046"/>
                  <a:pt x="4507" y="3140"/>
                  <a:pt x="4507" y="2022"/>
                </a:cubicBezTo>
                <a:cubicBezTo>
                  <a:pt x="4507" y="905"/>
                  <a:pt x="3499" y="0"/>
                  <a:pt x="2255" y="0"/>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76"/>
          <p:cNvSpPr/>
          <p:nvPr/>
        </p:nvSpPr>
        <p:spPr>
          <a:xfrm>
            <a:off x="5794486" y="2615220"/>
            <a:ext cx="42427" cy="38105"/>
          </a:xfrm>
          <a:custGeom>
            <a:rect b="b" l="l" r="r" t="t"/>
            <a:pathLst>
              <a:path extrusionOk="0" h="2495" w="2778">
                <a:moveTo>
                  <a:pt x="1389" y="1"/>
                </a:moveTo>
                <a:cubicBezTo>
                  <a:pt x="621" y="1"/>
                  <a:pt x="0" y="560"/>
                  <a:pt x="0" y="1249"/>
                </a:cubicBezTo>
                <a:cubicBezTo>
                  <a:pt x="0" y="1937"/>
                  <a:pt x="622" y="2495"/>
                  <a:pt x="1389" y="2495"/>
                </a:cubicBezTo>
                <a:cubicBezTo>
                  <a:pt x="2156" y="2495"/>
                  <a:pt x="2778" y="1938"/>
                  <a:pt x="2778" y="1249"/>
                </a:cubicBezTo>
                <a:cubicBezTo>
                  <a:pt x="2778" y="560"/>
                  <a:pt x="2156" y="1"/>
                  <a:pt x="1389" y="1"/>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76"/>
          <p:cNvSpPr/>
          <p:nvPr/>
        </p:nvSpPr>
        <p:spPr>
          <a:xfrm>
            <a:off x="5736344" y="2630034"/>
            <a:ext cx="67825" cy="60891"/>
          </a:xfrm>
          <a:custGeom>
            <a:rect b="b" l="l" r="r" t="t"/>
            <a:pathLst>
              <a:path extrusionOk="0" h="3987" w="4441">
                <a:moveTo>
                  <a:pt x="2221" y="0"/>
                </a:moveTo>
                <a:cubicBezTo>
                  <a:pt x="995" y="0"/>
                  <a:pt x="0" y="894"/>
                  <a:pt x="0" y="1995"/>
                </a:cubicBezTo>
                <a:cubicBezTo>
                  <a:pt x="0" y="3094"/>
                  <a:pt x="995" y="3987"/>
                  <a:pt x="2221" y="3987"/>
                </a:cubicBezTo>
                <a:cubicBezTo>
                  <a:pt x="3447" y="3987"/>
                  <a:pt x="4441" y="3094"/>
                  <a:pt x="4441" y="1995"/>
                </a:cubicBezTo>
                <a:cubicBezTo>
                  <a:pt x="4441" y="894"/>
                  <a:pt x="3445" y="0"/>
                  <a:pt x="2221" y="0"/>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6"/>
          <p:cNvSpPr/>
          <p:nvPr/>
        </p:nvSpPr>
        <p:spPr>
          <a:xfrm>
            <a:off x="5784620" y="2624933"/>
            <a:ext cx="50888" cy="45680"/>
          </a:xfrm>
          <a:custGeom>
            <a:rect b="b" l="l" r="r" t="t"/>
            <a:pathLst>
              <a:path extrusionOk="0" h="2991" w="3332">
                <a:moveTo>
                  <a:pt x="1666" y="1"/>
                </a:moveTo>
                <a:cubicBezTo>
                  <a:pt x="748" y="1"/>
                  <a:pt x="0" y="670"/>
                  <a:pt x="0" y="1496"/>
                </a:cubicBezTo>
                <a:cubicBezTo>
                  <a:pt x="0" y="2320"/>
                  <a:pt x="746" y="2991"/>
                  <a:pt x="1666" y="2991"/>
                </a:cubicBezTo>
                <a:cubicBezTo>
                  <a:pt x="2585" y="2991"/>
                  <a:pt x="3332" y="2320"/>
                  <a:pt x="3332" y="1496"/>
                </a:cubicBezTo>
                <a:cubicBezTo>
                  <a:pt x="3332" y="670"/>
                  <a:pt x="2585" y="2"/>
                  <a:pt x="1666" y="1"/>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76"/>
          <p:cNvSpPr/>
          <p:nvPr/>
        </p:nvSpPr>
        <p:spPr>
          <a:xfrm>
            <a:off x="6965139" y="3101741"/>
            <a:ext cx="457442" cy="197916"/>
          </a:xfrm>
          <a:custGeom>
            <a:rect b="b" l="l" r="r" t="t"/>
            <a:pathLst>
              <a:path extrusionOk="0" h="12959" w="29952">
                <a:moveTo>
                  <a:pt x="15703" y="0"/>
                </a:moveTo>
                <a:cubicBezTo>
                  <a:pt x="12993" y="0"/>
                  <a:pt x="10727" y="1768"/>
                  <a:pt x="10145" y="4135"/>
                </a:cubicBezTo>
                <a:cubicBezTo>
                  <a:pt x="9561" y="3586"/>
                  <a:pt x="8752" y="3245"/>
                  <a:pt x="7856" y="3245"/>
                </a:cubicBezTo>
                <a:cubicBezTo>
                  <a:pt x="6078" y="3245"/>
                  <a:pt x="4637" y="4591"/>
                  <a:pt x="4637" y="6252"/>
                </a:cubicBezTo>
                <a:cubicBezTo>
                  <a:pt x="4637" y="6277"/>
                  <a:pt x="4640" y="6302"/>
                  <a:pt x="4640" y="6326"/>
                </a:cubicBezTo>
                <a:cubicBezTo>
                  <a:pt x="2011" y="6728"/>
                  <a:pt x="0" y="8855"/>
                  <a:pt x="0" y="11426"/>
                </a:cubicBezTo>
                <a:cubicBezTo>
                  <a:pt x="0" y="11959"/>
                  <a:pt x="89" y="12474"/>
                  <a:pt x="248" y="12959"/>
                </a:cubicBezTo>
                <a:lnTo>
                  <a:pt x="29951" y="12959"/>
                </a:lnTo>
                <a:cubicBezTo>
                  <a:pt x="29635" y="12123"/>
                  <a:pt x="28870" y="11486"/>
                  <a:pt x="27922" y="11305"/>
                </a:cubicBezTo>
                <a:cubicBezTo>
                  <a:pt x="27945" y="11095"/>
                  <a:pt x="27959" y="10885"/>
                  <a:pt x="27959" y="10670"/>
                </a:cubicBezTo>
                <a:cubicBezTo>
                  <a:pt x="27959" y="7339"/>
                  <a:pt x="25067" y="4635"/>
                  <a:pt x="21499" y="4635"/>
                </a:cubicBezTo>
                <a:cubicBezTo>
                  <a:pt x="21452" y="4635"/>
                  <a:pt x="21407" y="4641"/>
                  <a:pt x="21360" y="4641"/>
                </a:cubicBezTo>
                <a:cubicBezTo>
                  <a:pt x="20994" y="2023"/>
                  <a:pt x="18606" y="0"/>
                  <a:pt x="15703" y="0"/>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76"/>
          <p:cNvSpPr/>
          <p:nvPr/>
        </p:nvSpPr>
        <p:spPr>
          <a:xfrm>
            <a:off x="6290354" y="3110186"/>
            <a:ext cx="457442" cy="197916"/>
          </a:xfrm>
          <a:custGeom>
            <a:rect b="b" l="l" r="r" t="t"/>
            <a:pathLst>
              <a:path extrusionOk="0" h="12959" w="29952">
                <a:moveTo>
                  <a:pt x="15703" y="1"/>
                </a:moveTo>
                <a:cubicBezTo>
                  <a:pt x="12992" y="1"/>
                  <a:pt x="10727" y="1769"/>
                  <a:pt x="10145" y="4135"/>
                </a:cubicBezTo>
                <a:cubicBezTo>
                  <a:pt x="9561" y="3585"/>
                  <a:pt x="8752" y="3245"/>
                  <a:pt x="7857" y="3245"/>
                </a:cubicBezTo>
                <a:cubicBezTo>
                  <a:pt x="6079" y="3245"/>
                  <a:pt x="4638" y="4593"/>
                  <a:pt x="4638" y="6254"/>
                </a:cubicBezTo>
                <a:cubicBezTo>
                  <a:pt x="4638" y="6279"/>
                  <a:pt x="4640" y="6302"/>
                  <a:pt x="4640" y="6327"/>
                </a:cubicBezTo>
                <a:cubicBezTo>
                  <a:pt x="2011" y="6727"/>
                  <a:pt x="1" y="8855"/>
                  <a:pt x="0" y="11427"/>
                </a:cubicBezTo>
                <a:cubicBezTo>
                  <a:pt x="0" y="11959"/>
                  <a:pt x="88" y="12474"/>
                  <a:pt x="248" y="12958"/>
                </a:cubicBezTo>
                <a:lnTo>
                  <a:pt x="29952" y="12958"/>
                </a:lnTo>
                <a:cubicBezTo>
                  <a:pt x="29637" y="12122"/>
                  <a:pt x="28870" y="11485"/>
                  <a:pt x="27922" y="11304"/>
                </a:cubicBezTo>
                <a:cubicBezTo>
                  <a:pt x="27946" y="11096"/>
                  <a:pt x="27959" y="10884"/>
                  <a:pt x="27959" y="10671"/>
                </a:cubicBezTo>
                <a:cubicBezTo>
                  <a:pt x="27959" y="7339"/>
                  <a:pt x="25066" y="4636"/>
                  <a:pt x="21499" y="4636"/>
                </a:cubicBezTo>
                <a:cubicBezTo>
                  <a:pt x="21452" y="4636"/>
                  <a:pt x="21407" y="4642"/>
                  <a:pt x="21360" y="4642"/>
                </a:cubicBezTo>
                <a:cubicBezTo>
                  <a:pt x="20995" y="2024"/>
                  <a:pt x="18606" y="1"/>
                  <a:pt x="15703" y="1"/>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76"/>
          <p:cNvSpPr/>
          <p:nvPr/>
        </p:nvSpPr>
        <p:spPr>
          <a:xfrm>
            <a:off x="6443476" y="3047676"/>
            <a:ext cx="601843" cy="260427"/>
          </a:xfrm>
          <a:custGeom>
            <a:rect b="b" l="l" r="r" t="t"/>
            <a:pathLst>
              <a:path extrusionOk="0" h="17052" w="39407">
                <a:moveTo>
                  <a:pt x="20660" y="1"/>
                </a:moveTo>
                <a:cubicBezTo>
                  <a:pt x="17093" y="1"/>
                  <a:pt x="14113" y="2327"/>
                  <a:pt x="13346" y="5439"/>
                </a:cubicBezTo>
                <a:cubicBezTo>
                  <a:pt x="12577" y="4717"/>
                  <a:pt x="11513" y="4269"/>
                  <a:pt x="10336" y="4269"/>
                </a:cubicBezTo>
                <a:cubicBezTo>
                  <a:pt x="7998" y="4269"/>
                  <a:pt x="6101" y="6040"/>
                  <a:pt x="6101" y="8228"/>
                </a:cubicBezTo>
                <a:cubicBezTo>
                  <a:pt x="6101" y="8261"/>
                  <a:pt x="6103" y="8292"/>
                  <a:pt x="6106" y="8325"/>
                </a:cubicBezTo>
                <a:cubicBezTo>
                  <a:pt x="2645" y="8854"/>
                  <a:pt x="0" y="11652"/>
                  <a:pt x="0" y="15033"/>
                </a:cubicBezTo>
                <a:cubicBezTo>
                  <a:pt x="0" y="15737"/>
                  <a:pt x="115" y="16413"/>
                  <a:pt x="325" y="17051"/>
                </a:cubicBezTo>
                <a:lnTo>
                  <a:pt x="39407" y="16232"/>
                </a:lnTo>
                <a:cubicBezTo>
                  <a:pt x="38994" y="15132"/>
                  <a:pt x="37985" y="15109"/>
                  <a:pt x="36737" y="14873"/>
                </a:cubicBezTo>
                <a:cubicBezTo>
                  <a:pt x="36768" y="14601"/>
                  <a:pt x="36786" y="14319"/>
                  <a:pt x="36786" y="14039"/>
                </a:cubicBezTo>
                <a:cubicBezTo>
                  <a:pt x="36786" y="9653"/>
                  <a:pt x="32982" y="6097"/>
                  <a:pt x="28285" y="6097"/>
                </a:cubicBezTo>
                <a:cubicBezTo>
                  <a:pt x="28224" y="6097"/>
                  <a:pt x="28166" y="6105"/>
                  <a:pt x="28103" y="6110"/>
                </a:cubicBezTo>
                <a:cubicBezTo>
                  <a:pt x="27625" y="2663"/>
                  <a:pt x="24479" y="1"/>
                  <a:pt x="20660" y="1"/>
                </a:cubicBezTo>
                <a:close/>
              </a:path>
            </a:pathLst>
          </a:custGeom>
          <a:solidFill>
            <a:srgbClr val="B6A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76"/>
          <p:cNvSpPr/>
          <p:nvPr/>
        </p:nvSpPr>
        <p:spPr>
          <a:xfrm>
            <a:off x="5761635" y="2787204"/>
            <a:ext cx="182629" cy="475723"/>
          </a:xfrm>
          <a:custGeom>
            <a:rect b="b" l="l" r="r" t="t"/>
            <a:pathLst>
              <a:path extrusionOk="0" h="31149" w="11958">
                <a:moveTo>
                  <a:pt x="11309" y="1"/>
                </a:moveTo>
                <a:cubicBezTo>
                  <a:pt x="11309" y="1"/>
                  <a:pt x="4945" y="7115"/>
                  <a:pt x="4796" y="12093"/>
                </a:cubicBezTo>
                <a:cubicBezTo>
                  <a:pt x="4648" y="17071"/>
                  <a:pt x="1" y="23005"/>
                  <a:pt x="2704" y="30114"/>
                </a:cubicBezTo>
                <a:cubicBezTo>
                  <a:pt x="2975" y="30828"/>
                  <a:pt x="3284" y="31148"/>
                  <a:pt x="3622" y="31148"/>
                </a:cubicBezTo>
                <a:cubicBezTo>
                  <a:pt x="6653" y="31148"/>
                  <a:pt x="11957" y="5336"/>
                  <a:pt x="11957" y="5336"/>
                </a:cubicBezTo>
                <a:lnTo>
                  <a:pt x="11309" y="1"/>
                </a:ln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76"/>
          <p:cNvSpPr/>
          <p:nvPr/>
        </p:nvSpPr>
        <p:spPr>
          <a:xfrm>
            <a:off x="7387087" y="2968901"/>
            <a:ext cx="203964" cy="113582"/>
          </a:xfrm>
          <a:custGeom>
            <a:rect b="b" l="l" r="r" t="t"/>
            <a:pathLst>
              <a:path extrusionOk="0" h="7437" w="13355">
                <a:moveTo>
                  <a:pt x="1" y="0"/>
                </a:moveTo>
                <a:cubicBezTo>
                  <a:pt x="4581" y="2434"/>
                  <a:pt x="8648" y="7194"/>
                  <a:pt x="8649" y="7194"/>
                </a:cubicBezTo>
                <a:lnTo>
                  <a:pt x="13355" y="7436"/>
                </a:lnTo>
                <a:cubicBezTo>
                  <a:pt x="11849" y="6162"/>
                  <a:pt x="6960" y="2205"/>
                  <a:pt x="2048" y="135"/>
                </a:cubicBezTo>
                <a:lnTo>
                  <a:pt x="1" y="0"/>
                </a:lnTo>
                <a:close/>
              </a:path>
            </a:pathLst>
          </a:custGeom>
          <a:solidFill>
            <a:srgbClr val="DD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76"/>
          <p:cNvSpPr/>
          <p:nvPr/>
        </p:nvSpPr>
        <p:spPr>
          <a:xfrm>
            <a:off x="7145507" y="3176469"/>
            <a:ext cx="121462" cy="131679"/>
          </a:xfrm>
          <a:custGeom>
            <a:rect b="b" l="l" r="r" t="t"/>
            <a:pathLst>
              <a:path extrusionOk="0" h="8622" w="7953">
                <a:moveTo>
                  <a:pt x="3968" y="1"/>
                </a:moveTo>
                <a:cubicBezTo>
                  <a:pt x="3953" y="1"/>
                  <a:pt x="3937" y="1"/>
                  <a:pt x="3922" y="1"/>
                </a:cubicBezTo>
                <a:cubicBezTo>
                  <a:pt x="1743" y="29"/>
                  <a:pt x="1" y="1980"/>
                  <a:pt x="31" y="4361"/>
                </a:cubicBezTo>
                <a:cubicBezTo>
                  <a:pt x="61" y="6724"/>
                  <a:pt x="1826" y="8622"/>
                  <a:pt x="3984" y="8622"/>
                </a:cubicBezTo>
                <a:cubicBezTo>
                  <a:pt x="3999" y="8622"/>
                  <a:pt x="4015" y="8621"/>
                  <a:pt x="4031" y="8621"/>
                </a:cubicBezTo>
                <a:cubicBezTo>
                  <a:pt x="6210" y="8594"/>
                  <a:pt x="7952" y="6642"/>
                  <a:pt x="7922" y="4261"/>
                </a:cubicBezTo>
                <a:cubicBezTo>
                  <a:pt x="7892" y="1897"/>
                  <a:pt x="6126" y="1"/>
                  <a:pt x="3968" y="1"/>
                </a:cubicBezTo>
                <a:close/>
              </a:path>
            </a:pathLst>
          </a:custGeom>
          <a:solidFill>
            <a:srgbClr val="222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76"/>
          <p:cNvSpPr/>
          <p:nvPr/>
        </p:nvSpPr>
        <p:spPr>
          <a:xfrm>
            <a:off x="7134358" y="3176637"/>
            <a:ext cx="121477" cy="131664"/>
          </a:xfrm>
          <a:custGeom>
            <a:rect b="b" l="l" r="r" t="t"/>
            <a:pathLst>
              <a:path extrusionOk="0" h="8621" w="7954">
                <a:moveTo>
                  <a:pt x="3968" y="0"/>
                </a:moveTo>
                <a:cubicBezTo>
                  <a:pt x="3953" y="0"/>
                  <a:pt x="3937" y="0"/>
                  <a:pt x="3922" y="0"/>
                </a:cubicBezTo>
                <a:cubicBezTo>
                  <a:pt x="1743" y="28"/>
                  <a:pt x="1" y="1980"/>
                  <a:pt x="31" y="4360"/>
                </a:cubicBezTo>
                <a:cubicBezTo>
                  <a:pt x="61" y="6724"/>
                  <a:pt x="1826" y="8621"/>
                  <a:pt x="3984" y="8621"/>
                </a:cubicBezTo>
                <a:cubicBezTo>
                  <a:pt x="3999" y="8621"/>
                  <a:pt x="4015" y="8621"/>
                  <a:pt x="4031" y="8621"/>
                </a:cubicBezTo>
                <a:cubicBezTo>
                  <a:pt x="6210" y="8594"/>
                  <a:pt x="7953" y="6641"/>
                  <a:pt x="7923" y="4261"/>
                </a:cubicBezTo>
                <a:cubicBezTo>
                  <a:pt x="7893" y="1897"/>
                  <a:pt x="6127" y="0"/>
                  <a:pt x="3968" y="0"/>
                </a:cubicBezTo>
                <a:close/>
              </a:path>
            </a:pathLst>
          </a:custGeom>
          <a:solidFill>
            <a:srgbClr val="322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76"/>
          <p:cNvSpPr/>
          <p:nvPr/>
        </p:nvSpPr>
        <p:spPr>
          <a:xfrm>
            <a:off x="7171058" y="3214101"/>
            <a:ext cx="47986" cy="52033"/>
          </a:xfrm>
          <a:custGeom>
            <a:rect b="b" l="l" r="r" t="t"/>
            <a:pathLst>
              <a:path extrusionOk="0" h="3407" w="3142">
                <a:moveTo>
                  <a:pt x="1568" y="0"/>
                </a:moveTo>
                <a:cubicBezTo>
                  <a:pt x="1562" y="0"/>
                  <a:pt x="1556" y="1"/>
                  <a:pt x="1550" y="1"/>
                </a:cubicBezTo>
                <a:cubicBezTo>
                  <a:pt x="689" y="12"/>
                  <a:pt x="0" y="782"/>
                  <a:pt x="13" y="1723"/>
                </a:cubicBezTo>
                <a:cubicBezTo>
                  <a:pt x="24" y="2657"/>
                  <a:pt x="723" y="3407"/>
                  <a:pt x="1575" y="3407"/>
                </a:cubicBezTo>
                <a:cubicBezTo>
                  <a:pt x="1581" y="3407"/>
                  <a:pt x="1587" y="3407"/>
                  <a:pt x="1593" y="3407"/>
                </a:cubicBezTo>
                <a:cubicBezTo>
                  <a:pt x="2453" y="3395"/>
                  <a:pt x="3142" y="2624"/>
                  <a:pt x="3130" y="1683"/>
                </a:cubicBezTo>
                <a:cubicBezTo>
                  <a:pt x="3118" y="749"/>
                  <a:pt x="2420" y="0"/>
                  <a:pt x="1568" y="0"/>
                </a:cubicBezTo>
                <a:close/>
              </a:path>
            </a:pathLst>
          </a:custGeom>
          <a:solidFill>
            <a:srgbClr val="3D39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76"/>
          <p:cNvSpPr/>
          <p:nvPr/>
        </p:nvSpPr>
        <p:spPr>
          <a:xfrm>
            <a:off x="6939084" y="2940937"/>
            <a:ext cx="590954" cy="149258"/>
          </a:xfrm>
          <a:custGeom>
            <a:rect b="b" l="l" r="r" t="t"/>
            <a:pathLst>
              <a:path extrusionOk="0" h="9773" w="38694">
                <a:moveTo>
                  <a:pt x="20380" y="1"/>
                </a:moveTo>
                <a:cubicBezTo>
                  <a:pt x="13552" y="1"/>
                  <a:pt x="6512" y="2236"/>
                  <a:pt x="1" y="9447"/>
                </a:cubicBezTo>
                <a:lnTo>
                  <a:pt x="38694" y="9772"/>
                </a:lnTo>
                <a:cubicBezTo>
                  <a:pt x="38694" y="9772"/>
                  <a:pt x="31512" y="1177"/>
                  <a:pt x="25071" y="325"/>
                </a:cubicBezTo>
                <a:cubicBezTo>
                  <a:pt x="23525" y="120"/>
                  <a:pt x="21958" y="1"/>
                  <a:pt x="20380" y="1"/>
                </a:cubicBezTo>
                <a:close/>
              </a:path>
            </a:pathLst>
          </a:custGeom>
          <a:solidFill>
            <a:srgbClr val="DEE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76"/>
          <p:cNvSpPr/>
          <p:nvPr/>
        </p:nvSpPr>
        <p:spPr>
          <a:xfrm>
            <a:off x="7253071" y="2959737"/>
            <a:ext cx="225483" cy="114758"/>
          </a:xfrm>
          <a:custGeom>
            <a:rect b="b" l="l" r="r" t="t"/>
            <a:pathLst>
              <a:path extrusionOk="0" h="7514" w="14764">
                <a:moveTo>
                  <a:pt x="855" y="1"/>
                </a:moveTo>
                <a:cubicBezTo>
                  <a:pt x="575" y="1"/>
                  <a:pt x="290" y="7"/>
                  <a:pt x="1" y="20"/>
                </a:cubicBezTo>
                <a:lnTo>
                  <a:pt x="90" y="7074"/>
                </a:lnTo>
                <a:lnTo>
                  <a:pt x="14763" y="7514"/>
                </a:lnTo>
                <a:cubicBezTo>
                  <a:pt x="14460" y="7107"/>
                  <a:pt x="10351" y="1"/>
                  <a:pt x="855" y="1"/>
                </a:cubicBezTo>
                <a:close/>
              </a:path>
            </a:pathLst>
          </a:custGeom>
          <a:solidFill>
            <a:srgbClr val="BDD7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6"/>
          <p:cNvSpPr/>
          <p:nvPr/>
        </p:nvSpPr>
        <p:spPr>
          <a:xfrm>
            <a:off x="7262998" y="2959630"/>
            <a:ext cx="215556" cy="114864"/>
          </a:xfrm>
          <a:custGeom>
            <a:rect b="b" l="l" r="r" t="t"/>
            <a:pathLst>
              <a:path extrusionOk="0" h="7521" w="14114">
                <a:moveTo>
                  <a:pt x="809" y="1"/>
                </a:moveTo>
                <a:cubicBezTo>
                  <a:pt x="544" y="1"/>
                  <a:pt x="274" y="7"/>
                  <a:pt x="0" y="20"/>
                </a:cubicBezTo>
                <a:lnTo>
                  <a:pt x="89" y="7074"/>
                </a:lnTo>
                <a:lnTo>
                  <a:pt x="14113" y="7521"/>
                </a:lnTo>
                <a:cubicBezTo>
                  <a:pt x="13824" y="7114"/>
                  <a:pt x="9891" y="1"/>
                  <a:pt x="809" y="1"/>
                </a:cubicBezTo>
                <a:close/>
              </a:path>
            </a:pathLst>
          </a:custGeom>
          <a:solidFill>
            <a:srgbClr val="E2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6"/>
          <p:cNvSpPr/>
          <p:nvPr/>
        </p:nvSpPr>
        <p:spPr>
          <a:xfrm>
            <a:off x="6984474" y="2959172"/>
            <a:ext cx="246697" cy="108282"/>
          </a:xfrm>
          <a:custGeom>
            <a:rect b="b" l="l" r="r" t="t"/>
            <a:pathLst>
              <a:path extrusionOk="0" h="7090" w="16153">
                <a:moveTo>
                  <a:pt x="15642" y="1"/>
                </a:moveTo>
                <a:cubicBezTo>
                  <a:pt x="4812" y="1"/>
                  <a:pt x="329" y="6669"/>
                  <a:pt x="0" y="7090"/>
                </a:cubicBezTo>
                <a:lnTo>
                  <a:pt x="16153" y="7058"/>
                </a:lnTo>
                <a:lnTo>
                  <a:pt x="16064" y="4"/>
                </a:lnTo>
                <a:cubicBezTo>
                  <a:pt x="15922" y="2"/>
                  <a:pt x="15782" y="1"/>
                  <a:pt x="15642" y="1"/>
                </a:cubicBezTo>
                <a:close/>
              </a:path>
            </a:pathLst>
          </a:custGeom>
          <a:solidFill>
            <a:srgbClr val="BDD7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76"/>
          <p:cNvSpPr/>
          <p:nvPr/>
        </p:nvSpPr>
        <p:spPr>
          <a:xfrm>
            <a:off x="7003534" y="2959172"/>
            <a:ext cx="227637" cy="108038"/>
          </a:xfrm>
          <a:custGeom>
            <a:rect b="b" l="l" r="r" t="t"/>
            <a:pathLst>
              <a:path extrusionOk="0" h="7074" w="14905">
                <a:moveTo>
                  <a:pt x="14404" y="0"/>
                </a:moveTo>
                <a:cubicBezTo>
                  <a:pt x="4426" y="0"/>
                  <a:pt x="302" y="6654"/>
                  <a:pt x="1" y="7074"/>
                </a:cubicBezTo>
                <a:lnTo>
                  <a:pt x="14905" y="7058"/>
                </a:lnTo>
                <a:lnTo>
                  <a:pt x="14816" y="4"/>
                </a:lnTo>
                <a:cubicBezTo>
                  <a:pt x="14677" y="1"/>
                  <a:pt x="14540" y="0"/>
                  <a:pt x="14404" y="0"/>
                </a:cubicBezTo>
                <a:close/>
              </a:path>
            </a:pathLst>
          </a:custGeom>
          <a:solidFill>
            <a:srgbClr val="E2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76"/>
          <p:cNvSpPr/>
          <p:nvPr/>
        </p:nvSpPr>
        <p:spPr>
          <a:xfrm>
            <a:off x="7240059" y="2958912"/>
            <a:ext cx="4124" cy="289857"/>
          </a:xfrm>
          <a:custGeom>
            <a:rect b="b" l="l" r="r" t="t"/>
            <a:pathLst>
              <a:path extrusionOk="0" h="18979" w="270">
                <a:moveTo>
                  <a:pt x="1" y="0"/>
                </a:moveTo>
                <a:lnTo>
                  <a:pt x="36" y="18978"/>
                </a:lnTo>
                <a:lnTo>
                  <a:pt x="269" y="18978"/>
                </a:lnTo>
                <a:lnTo>
                  <a:pt x="234" y="0"/>
                </a:lnTo>
                <a:close/>
              </a:path>
            </a:pathLst>
          </a:custGeom>
          <a:solidFill>
            <a:srgbClr val="DEE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6"/>
          <p:cNvSpPr/>
          <p:nvPr/>
        </p:nvSpPr>
        <p:spPr>
          <a:xfrm>
            <a:off x="7254950" y="3109392"/>
            <a:ext cx="69093" cy="10248"/>
          </a:xfrm>
          <a:custGeom>
            <a:rect b="b" l="l" r="r" t="t"/>
            <a:pathLst>
              <a:path extrusionOk="0" h="671" w="4524">
                <a:moveTo>
                  <a:pt x="4513" y="0"/>
                </a:moveTo>
                <a:lnTo>
                  <a:pt x="3" y="57"/>
                </a:lnTo>
                <a:cubicBezTo>
                  <a:pt x="2" y="57"/>
                  <a:pt x="0" y="58"/>
                  <a:pt x="0" y="60"/>
                </a:cubicBezTo>
                <a:lnTo>
                  <a:pt x="9" y="669"/>
                </a:lnTo>
                <a:cubicBezTo>
                  <a:pt x="10" y="670"/>
                  <a:pt x="11" y="671"/>
                  <a:pt x="13" y="671"/>
                </a:cubicBezTo>
                <a:lnTo>
                  <a:pt x="4521" y="614"/>
                </a:lnTo>
                <a:cubicBezTo>
                  <a:pt x="4523" y="614"/>
                  <a:pt x="4524" y="613"/>
                  <a:pt x="4524" y="610"/>
                </a:cubicBezTo>
                <a:lnTo>
                  <a:pt x="4516" y="2"/>
                </a:lnTo>
                <a:cubicBezTo>
                  <a:pt x="4516" y="1"/>
                  <a:pt x="4515" y="0"/>
                  <a:pt x="4513" y="0"/>
                </a:cubicBezTo>
                <a:close/>
              </a:path>
            </a:pathLst>
          </a:custGeom>
          <a:solidFill>
            <a:srgbClr val="EF9F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6"/>
          <p:cNvSpPr/>
          <p:nvPr/>
        </p:nvSpPr>
        <p:spPr>
          <a:xfrm>
            <a:off x="7262143" y="3109408"/>
            <a:ext cx="61899" cy="10156"/>
          </a:xfrm>
          <a:custGeom>
            <a:rect b="b" l="l" r="r" t="t"/>
            <a:pathLst>
              <a:path extrusionOk="0" h="665" w="4053">
                <a:moveTo>
                  <a:pt x="4042" y="0"/>
                </a:moveTo>
                <a:lnTo>
                  <a:pt x="3" y="51"/>
                </a:lnTo>
                <a:cubicBezTo>
                  <a:pt x="1" y="51"/>
                  <a:pt x="0" y="52"/>
                  <a:pt x="0" y="54"/>
                </a:cubicBezTo>
                <a:lnTo>
                  <a:pt x="8" y="663"/>
                </a:lnTo>
                <a:cubicBezTo>
                  <a:pt x="9" y="664"/>
                  <a:pt x="10" y="665"/>
                  <a:pt x="11" y="665"/>
                </a:cubicBezTo>
                <a:lnTo>
                  <a:pt x="4050" y="614"/>
                </a:lnTo>
                <a:cubicBezTo>
                  <a:pt x="4052" y="614"/>
                  <a:pt x="4053" y="613"/>
                  <a:pt x="4053" y="611"/>
                </a:cubicBezTo>
                <a:lnTo>
                  <a:pt x="4045" y="2"/>
                </a:lnTo>
                <a:cubicBezTo>
                  <a:pt x="4045" y="1"/>
                  <a:pt x="4044" y="0"/>
                  <a:pt x="4042" y="0"/>
                </a:cubicBezTo>
                <a:close/>
              </a:path>
            </a:pathLst>
          </a:custGeom>
          <a:solidFill>
            <a:srgbClr val="FEB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6"/>
          <p:cNvSpPr/>
          <p:nvPr/>
        </p:nvSpPr>
        <p:spPr>
          <a:xfrm>
            <a:off x="6845418" y="3066996"/>
            <a:ext cx="337874" cy="184813"/>
          </a:xfrm>
          <a:custGeom>
            <a:rect b="b" l="l" r="r" t="t"/>
            <a:pathLst>
              <a:path extrusionOk="0" h="12101" w="22123">
                <a:moveTo>
                  <a:pt x="6354" y="941"/>
                </a:moveTo>
                <a:cubicBezTo>
                  <a:pt x="5492" y="941"/>
                  <a:pt x="1759" y="1685"/>
                  <a:pt x="721" y="4070"/>
                </a:cubicBezTo>
                <a:cubicBezTo>
                  <a:pt x="138" y="5407"/>
                  <a:pt x="0" y="8183"/>
                  <a:pt x="612" y="12100"/>
                </a:cubicBezTo>
                <a:lnTo>
                  <a:pt x="22123" y="11341"/>
                </a:lnTo>
                <a:cubicBezTo>
                  <a:pt x="21981" y="1"/>
                  <a:pt x="5856" y="6473"/>
                  <a:pt x="7794" y="948"/>
                </a:cubicBezTo>
                <a:cubicBezTo>
                  <a:pt x="7276" y="946"/>
                  <a:pt x="6797" y="943"/>
                  <a:pt x="6363" y="941"/>
                </a:cubicBezTo>
                <a:cubicBezTo>
                  <a:pt x="6360" y="941"/>
                  <a:pt x="6357" y="941"/>
                  <a:pt x="6354" y="941"/>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6"/>
          <p:cNvSpPr/>
          <p:nvPr/>
        </p:nvSpPr>
        <p:spPr>
          <a:xfrm>
            <a:off x="6967201" y="3142320"/>
            <a:ext cx="199673" cy="87267"/>
          </a:xfrm>
          <a:custGeom>
            <a:rect b="b" l="l" r="r" t="t"/>
            <a:pathLst>
              <a:path extrusionOk="0" h="5714" w="13074">
                <a:moveTo>
                  <a:pt x="6234" y="1"/>
                </a:moveTo>
                <a:cubicBezTo>
                  <a:pt x="6190" y="1"/>
                  <a:pt x="6146" y="1"/>
                  <a:pt x="6102" y="2"/>
                </a:cubicBezTo>
                <a:lnTo>
                  <a:pt x="6093" y="2"/>
                </a:lnTo>
                <a:cubicBezTo>
                  <a:pt x="3415" y="38"/>
                  <a:pt x="213" y="1552"/>
                  <a:pt x="0" y="5701"/>
                </a:cubicBezTo>
                <a:lnTo>
                  <a:pt x="231" y="5714"/>
                </a:lnTo>
                <a:cubicBezTo>
                  <a:pt x="437" y="1725"/>
                  <a:pt x="3517" y="270"/>
                  <a:pt x="6096" y="235"/>
                </a:cubicBezTo>
                <a:lnTo>
                  <a:pt x="6104" y="235"/>
                </a:lnTo>
                <a:cubicBezTo>
                  <a:pt x="6147" y="234"/>
                  <a:pt x="6190" y="234"/>
                  <a:pt x="6233" y="234"/>
                </a:cubicBezTo>
                <a:cubicBezTo>
                  <a:pt x="12202" y="234"/>
                  <a:pt x="12835" y="5503"/>
                  <a:pt x="12841" y="5558"/>
                </a:cubicBezTo>
                <a:lnTo>
                  <a:pt x="13073" y="5533"/>
                </a:lnTo>
                <a:cubicBezTo>
                  <a:pt x="13066" y="5478"/>
                  <a:pt x="12409" y="1"/>
                  <a:pt x="6234" y="1"/>
                </a:cubicBezTo>
                <a:close/>
              </a:path>
            </a:pathLst>
          </a:custGeom>
          <a:solidFill>
            <a:srgbClr val="20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76"/>
          <p:cNvSpPr/>
          <p:nvPr/>
        </p:nvSpPr>
        <p:spPr>
          <a:xfrm>
            <a:off x="6980808" y="3164221"/>
            <a:ext cx="169571" cy="91986"/>
          </a:xfrm>
          <a:custGeom>
            <a:rect b="b" l="l" r="r" t="t"/>
            <a:pathLst>
              <a:path extrusionOk="0" h="6023" w="11103">
                <a:moveTo>
                  <a:pt x="5576" y="0"/>
                </a:moveTo>
                <a:cubicBezTo>
                  <a:pt x="5550" y="0"/>
                  <a:pt x="5523" y="0"/>
                  <a:pt x="5496" y="1"/>
                </a:cubicBezTo>
                <a:cubicBezTo>
                  <a:pt x="2447" y="40"/>
                  <a:pt x="1" y="2253"/>
                  <a:pt x="39" y="5302"/>
                </a:cubicBezTo>
                <a:cubicBezTo>
                  <a:pt x="40" y="5413"/>
                  <a:pt x="48" y="5914"/>
                  <a:pt x="54" y="6022"/>
                </a:cubicBezTo>
                <a:lnTo>
                  <a:pt x="11086" y="5884"/>
                </a:lnTo>
                <a:cubicBezTo>
                  <a:pt x="11102" y="5698"/>
                  <a:pt x="11087" y="5354"/>
                  <a:pt x="11084" y="5163"/>
                </a:cubicBezTo>
                <a:cubicBezTo>
                  <a:pt x="11047" y="2139"/>
                  <a:pt x="8589" y="0"/>
                  <a:pt x="5576" y="0"/>
                </a:cubicBezTo>
                <a:close/>
              </a:path>
            </a:pathLst>
          </a:custGeom>
          <a:solidFill>
            <a:srgbClr val="4F4F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76"/>
          <p:cNvSpPr/>
          <p:nvPr/>
        </p:nvSpPr>
        <p:spPr>
          <a:xfrm>
            <a:off x="6993042" y="3169047"/>
            <a:ext cx="157337" cy="87007"/>
          </a:xfrm>
          <a:custGeom>
            <a:rect b="b" l="l" r="r" t="t"/>
            <a:pathLst>
              <a:path extrusionOk="0" h="5697" w="10302">
                <a:moveTo>
                  <a:pt x="5173" y="0"/>
                </a:moveTo>
                <a:cubicBezTo>
                  <a:pt x="5148" y="0"/>
                  <a:pt x="5123" y="1"/>
                  <a:pt x="5098" y="1"/>
                </a:cubicBezTo>
                <a:cubicBezTo>
                  <a:pt x="2269" y="37"/>
                  <a:pt x="0" y="2129"/>
                  <a:pt x="37" y="5014"/>
                </a:cubicBezTo>
                <a:cubicBezTo>
                  <a:pt x="39" y="5120"/>
                  <a:pt x="45" y="5593"/>
                  <a:pt x="51" y="5696"/>
                </a:cubicBezTo>
                <a:lnTo>
                  <a:pt x="10286" y="5566"/>
                </a:lnTo>
                <a:cubicBezTo>
                  <a:pt x="10301" y="5390"/>
                  <a:pt x="10288" y="5065"/>
                  <a:pt x="10285" y="4884"/>
                </a:cubicBezTo>
                <a:cubicBezTo>
                  <a:pt x="10249" y="2025"/>
                  <a:pt x="7969" y="0"/>
                  <a:pt x="5173" y="0"/>
                </a:cubicBezTo>
                <a:close/>
              </a:path>
            </a:pathLst>
          </a:custGeom>
          <a:solidFill>
            <a:srgbClr val="5C5C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6"/>
          <p:cNvSpPr/>
          <p:nvPr/>
        </p:nvSpPr>
        <p:spPr>
          <a:xfrm>
            <a:off x="7010559" y="3178195"/>
            <a:ext cx="121462" cy="131679"/>
          </a:xfrm>
          <a:custGeom>
            <a:rect b="b" l="l" r="r" t="t"/>
            <a:pathLst>
              <a:path extrusionOk="0" h="8622" w="7953">
                <a:moveTo>
                  <a:pt x="3970" y="1"/>
                </a:moveTo>
                <a:cubicBezTo>
                  <a:pt x="3954" y="1"/>
                  <a:pt x="3938" y="1"/>
                  <a:pt x="3922" y="1"/>
                </a:cubicBezTo>
                <a:cubicBezTo>
                  <a:pt x="1743" y="28"/>
                  <a:pt x="0" y="1980"/>
                  <a:pt x="30" y="4361"/>
                </a:cubicBezTo>
                <a:cubicBezTo>
                  <a:pt x="60" y="6724"/>
                  <a:pt x="1826" y="8622"/>
                  <a:pt x="3984" y="8622"/>
                </a:cubicBezTo>
                <a:cubicBezTo>
                  <a:pt x="4000" y="8622"/>
                  <a:pt x="4015" y="8621"/>
                  <a:pt x="4031" y="8621"/>
                </a:cubicBezTo>
                <a:cubicBezTo>
                  <a:pt x="6211" y="8593"/>
                  <a:pt x="7952" y="6642"/>
                  <a:pt x="7922" y="4261"/>
                </a:cubicBezTo>
                <a:cubicBezTo>
                  <a:pt x="7893" y="1898"/>
                  <a:pt x="6128" y="1"/>
                  <a:pt x="3970" y="1"/>
                </a:cubicBezTo>
                <a:close/>
              </a:path>
            </a:pathLst>
          </a:custGeom>
          <a:solidFill>
            <a:srgbClr val="222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6"/>
          <p:cNvSpPr/>
          <p:nvPr/>
        </p:nvSpPr>
        <p:spPr>
          <a:xfrm>
            <a:off x="6999426" y="3178348"/>
            <a:ext cx="121447" cy="131664"/>
          </a:xfrm>
          <a:custGeom>
            <a:rect b="b" l="l" r="r" t="t"/>
            <a:pathLst>
              <a:path extrusionOk="0" h="8621" w="7952">
                <a:moveTo>
                  <a:pt x="3969" y="0"/>
                </a:moveTo>
                <a:cubicBezTo>
                  <a:pt x="3953" y="0"/>
                  <a:pt x="3937" y="0"/>
                  <a:pt x="3921" y="0"/>
                </a:cubicBezTo>
                <a:cubicBezTo>
                  <a:pt x="1742" y="27"/>
                  <a:pt x="0" y="1980"/>
                  <a:pt x="30" y="4360"/>
                </a:cubicBezTo>
                <a:cubicBezTo>
                  <a:pt x="60" y="6724"/>
                  <a:pt x="1826" y="8621"/>
                  <a:pt x="3985" y="8621"/>
                </a:cubicBezTo>
                <a:cubicBezTo>
                  <a:pt x="4000" y="8621"/>
                  <a:pt x="4015" y="8621"/>
                  <a:pt x="4030" y="8621"/>
                </a:cubicBezTo>
                <a:cubicBezTo>
                  <a:pt x="6210" y="8593"/>
                  <a:pt x="7952" y="6640"/>
                  <a:pt x="7921" y="4261"/>
                </a:cubicBezTo>
                <a:cubicBezTo>
                  <a:pt x="7892" y="1897"/>
                  <a:pt x="6127" y="0"/>
                  <a:pt x="3969" y="0"/>
                </a:cubicBezTo>
                <a:close/>
              </a:path>
            </a:pathLst>
          </a:custGeom>
          <a:solidFill>
            <a:srgbClr val="322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76"/>
          <p:cNvSpPr/>
          <p:nvPr/>
        </p:nvSpPr>
        <p:spPr>
          <a:xfrm>
            <a:off x="7038325" y="3220500"/>
            <a:ext cx="43649" cy="47345"/>
          </a:xfrm>
          <a:custGeom>
            <a:rect b="b" l="l" r="r" t="t"/>
            <a:pathLst>
              <a:path extrusionOk="0" h="3100" w="2858">
                <a:moveTo>
                  <a:pt x="1427" y="0"/>
                </a:moveTo>
                <a:cubicBezTo>
                  <a:pt x="1421" y="0"/>
                  <a:pt x="1415" y="0"/>
                  <a:pt x="1410" y="0"/>
                </a:cubicBezTo>
                <a:cubicBezTo>
                  <a:pt x="626" y="10"/>
                  <a:pt x="1" y="712"/>
                  <a:pt x="11" y="1568"/>
                </a:cubicBezTo>
                <a:cubicBezTo>
                  <a:pt x="22" y="2417"/>
                  <a:pt x="656" y="3100"/>
                  <a:pt x="1431" y="3100"/>
                </a:cubicBezTo>
                <a:cubicBezTo>
                  <a:pt x="1436" y="3100"/>
                  <a:pt x="1442" y="3100"/>
                  <a:pt x="1448" y="3100"/>
                </a:cubicBezTo>
                <a:cubicBezTo>
                  <a:pt x="2232" y="3090"/>
                  <a:pt x="2857" y="2388"/>
                  <a:pt x="2847" y="1532"/>
                </a:cubicBezTo>
                <a:cubicBezTo>
                  <a:pt x="2835" y="683"/>
                  <a:pt x="2202" y="0"/>
                  <a:pt x="1427" y="0"/>
                </a:cubicBezTo>
                <a:close/>
              </a:path>
            </a:pathLst>
          </a:custGeom>
          <a:solidFill>
            <a:srgbClr val="3D39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76"/>
          <p:cNvSpPr/>
          <p:nvPr/>
        </p:nvSpPr>
        <p:spPr>
          <a:xfrm>
            <a:off x="6841554" y="3115608"/>
            <a:ext cx="55225" cy="31293"/>
          </a:xfrm>
          <a:custGeom>
            <a:rect b="b" l="l" r="r" t="t"/>
            <a:pathLst>
              <a:path extrusionOk="0" h="2049" w="3616">
                <a:moveTo>
                  <a:pt x="3581" y="1"/>
                </a:moveTo>
                <a:lnTo>
                  <a:pt x="10" y="46"/>
                </a:lnTo>
                <a:cubicBezTo>
                  <a:pt x="5" y="46"/>
                  <a:pt x="0" y="51"/>
                  <a:pt x="0" y="57"/>
                </a:cubicBezTo>
                <a:lnTo>
                  <a:pt x="25" y="2038"/>
                </a:lnTo>
                <a:cubicBezTo>
                  <a:pt x="25" y="2043"/>
                  <a:pt x="28" y="2048"/>
                  <a:pt x="34" y="2048"/>
                </a:cubicBezTo>
                <a:lnTo>
                  <a:pt x="3605" y="2004"/>
                </a:lnTo>
                <a:cubicBezTo>
                  <a:pt x="3610" y="2004"/>
                  <a:pt x="3615" y="1999"/>
                  <a:pt x="3615" y="1993"/>
                </a:cubicBezTo>
                <a:lnTo>
                  <a:pt x="3591" y="11"/>
                </a:lnTo>
                <a:cubicBezTo>
                  <a:pt x="3591" y="6"/>
                  <a:pt x="3585" y="1"/>
                  <a:pt x="3581" y="1"/>
                </a:cubicBezTo>
                <a:close/>
              </a:path>
            </a:pathLst>
          </a:custGeom>
          <a:solidFill>
            <a:srgbClr val="FFC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6"/>
          <p:cNvSpPr/>
          <p:nvPr/>
        </p:nvSpPr>
        <p:spPr>
          <a:xfrm>
            <a:off x="7188545" y="3140670"/>
            <a:ext cx="42381" cy="40457"/>
          </a:xfrm>
          <a:custGeom>
            <a:rect b="b" l="l" r="r" t="t"/>
            <a:pathLst>
              <a:path extrusionOk="0" h="2649" w="2775">
                <a:moveTo>
                  <a:pt x="1375" y="1"/>
                </a:moveTo>
                <a:lnTo>
                  <a:pt x="957" y="874"/>
                </a:lnTo>
                <a:lnTo>
                  <a:pt x="1" y="1024"/>
                </a:lnTo>
                <a:lnTo>
                  <a:pt x="703" y="1692"/>
                </a:lnTo>
                <a:lnTo>
                  <a:pt x="551" y="2649"/>
                </a:lnTo>
                <a:lnTo>
                  <a:pt x="1403" y="2188"/>
                </a:lnTo>
                <a:lnTo>
                  <a:pt x="2264" y="2626"/>
                </a:lnTo>
                <a:lnTo>
                  <a:pt x="2090" y="1675"/>
                </a:lnTo>
                <a:lnTo>
                  <a:pt x="2774" y="990"/>
                </a:lnTo>
                <a:lnTo>
                  <a:pt x="1813" y="862"/>
                </a:lnTo>
                <a:lnTo>
                  <a:pt x="1375" y="1"/>
                </a:lnTo>
                <a:close/>
              </a:path>
            </a:pathLst>
          </a:custGeom>
          <a:solidFill>
            <a:srgbClr val="FFC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76"/>
          <p:cNvSpPr/>
          <p:nvPr/>
        </p:nvSpPr>
        <p:spPr>
          <a:xfrm>
            <a:off x="7258310" y="3146596"/>
            <a:ext cx="24314" cy="32897"/>
          </a:xfrm>
          <a:custGeom>
            <a:rect b="b" l="l" r="r" t="t"/>
            <a:pathLst>
              <a:path extrusionOk="0" h="2154" w="1592">
                <a:moveTo>
                  <a:pt x="505" y="377"/>
                </a:moveTo>
                <a:lnTo>
                  <a:pt x="696" y="381"/>
                </a:lnTo>
                <a:cubicBezTo>
                  <a:pt x="952" y="384"/>
                  <a:pt x="1079" y="496"/>
                  <a:pt x="1076" y="717"/>
                </a:cubicBezTo>
                <a:cubicBezTo>
                  <a:pt x="1074" y="939"/>
                  <a:pt x="947" y="1050"/>
                  <a:pt x="697" y="1050"/>
                </a:cubicBezTo>
                <a:cubicBezTo>
                  <a:pt x="693" y="1050"/>
                  <a:pt x="690" y="1050"/>
                  <a:pt x="687" y="1050"/>
                </a:cubicBezTo>
                <a:lnTo>
                  <a:pt x="496" y="1048"/>
                </a:lnTo>
                <a:lnTo>
                  <a:pt x="505" y="377"/>
                </a:lnTo>
                <a:close/>
                <a:moveTo>
                  <a:pt x="27" y="1"/>
                </a:moveTo>
                <a:lnTo>
                  <a:pt x="0" y="2147"/>
                </a:lnTo>
                <a:lnTo>
                  <a:pt x="483" y="2153"/>
                </a:lnTo>
                <a:lnTo>
                  <a:pt x="493" y="1413"/>
                </a:lnTo>
                <a:lnTo>
                  <a:pt x="723" y="1417"/>
                </a:lnTo>
                <a:cubicBezTo>
                  <a:pt x="727" y="1417"/>
                  <a:pt x="731" y="1417"/>
                  <a:pt x="735" y="1417"/>
                </a:cubicBezTo>
                <a:cubicBezTo>
                  <a:pt x="989" y="1417"/>
                  <a:pt x="1193" y="1354"/>
                  <a:pt x="1348" y="1225"/>
                </a:cubicBezTo>
                <a:cubicBezTo>
                  <a:pt x="1504" y="1092"/>
                  <a:pt x="1583" y="919"/>
                  <a:pt x="1586" y="704"/>
                </a:cubicBezTo>
                <a:cubicBezTo>
                  <a:pt x="1592" y="247"/>
                  <a:pt x="1324" y="16"/>
                  <a:pt x="784" y="9"/>
                </a:cubicBezTo>
                <a:lnTo>
                  <a:pt x="27" y="1"/>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76"/>
          <p:cNvSpPr/>
          <p:nvPr/>
        </p:nvSpPr>
        <p:spPr>
          <a:xfrm>
            <a:off x="7285113" y="3146596"/>
            <a:ext cx="32271" cy="33905"/>
          </a:xfrm>
          <a:custGeom>
            <a:rect b="b" l="l" r="r" t="t"/>
            <a:pathLst>
              <a:path extrusionOk="0" h="2220" w="2113">
                <a:moveTo>
                  <a:pt x="1065" y="416"/>
                </a:moveTo>
                <a:cubicBezTo>
                  <a:pt x="1069" y="416"/>
                  <a:pt x="1073" y="416"/>
                  <a:pt x="1077" y="416"/>
                </a:cubicBezTo>
                <a:cubicBezTo>
                  <a:pt x="1242" y="417"/>
                  <a:pt x="1369" y="481"/>
                  <a:pt x="1461" y="607"/>
                </a:cubicBezTo>
                <a:cubicBezTo>
                  <a:pt x="1556" y="733"/>
                  <a:pt x="1600" y="906"/>
                  <a:pt x="1597" y="1129"/>
                </a:cubicBezTo>
                <a:cubicBezTo>
                  <a:pt x="1595" y="1341"/>
                  <a:pt x="1543" y="1509"/>
                  <a:pt x="1445" y="1626"/>
                </a:cubicBezTo>
                <a:cubicBezTo>
                  <a:pt x="1348" y="1743"/>
                  <a:pt x="1219" y="1802"/>
                  <a:pt x="1058" y="1802"/>
                </a:cubicBezTo>
                <a:cubicBezTo>
                  <a:pt x="1054" y="1802"/>
                  <a:pt x="1050" y="1802"/>
                  <a:pt x="1046" y="1802"/>
                </a:cubicBezTo>
                <a:cubicBezTo>
                  <a:pt x="885" y="1800"/>
                  <a:pt x="755" y="1735"/>
                  <a:pt x="657" y="1611"/>
                </a:cubicBezTo>
                <a:cubicBezTo>
                  <a:pt x="558" y="1485"/>
                  <a:pt x="511" y="1317"/>
                  <a:pt x="513" y="1105"/>
                </a:cubicBezTo>
                <a:cubicBezTo>
                  <a:pt x="517" y="894"/>
                  <a:pt x="569" y="727"/>
                  <a:pt x="669" y="602"/>
                </a:cubicBezTo>
                <a:cubicBezTo>
                  <a:pt x="769" y="478"/>
                  <a:pt x="900" y="416"/>
                  <a:pt x="1065" y="416"/>
                </a:cubicBezTo>
                <a:close/>
                <a:moveTo>
                  <a:pt x="1077" y="0"/>
                </a:moveTo>
                <a:cubicBezTo>
                  <a:pt x="761" y="0"/>
                  <a:pt x="505" y="103"/>
                  <a:pt x="310" y="304"/>
                </a:cubicBezTo>
                <a:cubicBezTo>
                  <a:pt x="111" y="512"/>
                  <a:pt x="9" y="785"/>
                  <a:pt x="5" y="1123"/>
                </a:cubicBezTo>
                <a:cubicBezTo>
                  <a:pt x="0" y="1445"/>
                  <a:pt x="94" y="1707"/>
                  <a:pt x="285" y="1909"/>
                </a:cubicBezTo>
                <a:cubicBezTo>
                  <a:pt x="476" y="2112"/>
                  <a:pt x="725" y="2215"/>
                  <a:pt x="1032" y="2219"/>
                </a:cubicBezTo>
                <a:cubicBezTo>
                  <a:pt x="1037" y="2219"/>
                  <a:pt x="1042" y="2219"/>
                  <a:pt x="1046" y="2219"/>
                </a:cubicBezTo>
                <a:cubicBezTo>
                  <a:pt x="1355" y="2219"/>
                  <a:pt x="1607" y="2119"/>
                  <a:pt x="1803" y="1919"/>
                </a:cubicBezTo>
                <a:cubicBezTo>
                  <a:pt x="2004" y="1714"/>
                  <a:pt x="2104" y="1444"/>
                  <a:pt x="2108" y="1107"/>
                </a:cubicBezTo>
                <a:cubicBezTo>
                  <a:pt x="2112" y="779"/>
                  <a:pt x="2021" y="514"/>
                  <a:pt x="1835" y="310"/>
                </a:cubicBezTo>
                <a:cubicBezTo>
                  <a:pt x="1648" y="107"/>
                  <a:pt x="1402" y="4"/>
                  <a:pt x="1096" y="1"/>
                </a:cubicBezTo>
                <a:cubicBezTo>
                  <a:pt x="1090" y="1"/>
                  <a:pt x="1084" y="0"/>
                  <a:pt x="1077" y="0"/>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76"/>
          <p:cNvSpPr/>
          <p:nvPr/>
        </p:nvSpPr>
        <p:spPr>
          <a:xfrm>
            <a:off x="7322546" y="3147375"/>
            <a:ext cx="19610" cy="33065"/>
          </a:xfrm>
          <a:custGeom>
            <a:rect b="b" l="l" r="r" t="t"/>
            <a:pathLst>
              <a:path extrusionOk="0" h="2165" w="1284">
                <a:moveTo>
                  <a:pt x="27" y="0"/>
                </a:moveTo>
                <a:lnTo>
                  <a:pt x="1" y="2148"/>
                </a:lnTo>
                <a:lnTo>
                  <a:pt x="1279" y="2164"/>
                </a:lnTo>
                <a:lnTo>
                  <a:pt x="1283" y="1772"/>
                </a:lnTo>
                <a:lnTo>
                  <a:pt x="489" y="1762"/>
                </a:lnTo>
                <a:lnTo>
                  <a:pt x="511" y="8"/>
                </a:lnTo>
                <a:lnTo>
                  <a:pt x="27" y="0"/>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6"/>
          <p:cNvSpPr/>
          <p:nvPr/>
        </p:nvSpPr>
        <p:spPr>
          <a:xfrm>
            <a:off x="7343698" y="3147665"/>
            <a:ext cx="13318" cy="32958"/>
          </a:xfrm>
          <a:custGeom>
            <a:rect b="b" l="l" r="r" t="t"/>
            <a:pathLst>
              <a:path extrusionOk="0" h="2158" w="872">
                <a:moveTo>
                  <a:pt x="30" y="0"/>
                </a:moveTo>
                <a:lnTo>
                  <a:pt x="25" y="374"/>
                </a:lnTo>
                <a:lnTo>
                  <a:pt x="203" y="376"/>
                </a:lnTo>
                <a:lnTo>
                  <a:pt x="185" y="1774"/>
                </a:lnTo>
                <a:lnTo>
                  <a:pt x="6" y="1773"/>
                </a:lnTo>
                <a:lnTo>
                  <a:pt x="1" y="2146"/>
                </a:lnTo>
                <a:lnTo>
                  <a:pt x="844" y="2158"/>
                </a:lnTo>
                <a:lnTo>
                  <a:pt x="849" y="1783"/>
                </a:lnTo>
                <a:lnTo>
                  <a:pt x="669" y="1781"/>
                </a:lnTo>
                <a:lnTo>
                  <a:pt x="688" y="383"/>
                </a:lnTo>
                <a:lnTo>
                  <a:pt x="866" y="385"/>
                </a:lnTo>
                <a:lnTo>
                  <a:pt x="872" y="11"/>
                </a:lnTo>
                <a:lnTo>
                  <a:pt x="30" y="0"/>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6"/>
          <p:cNvSpPr/>
          <p:nvPr/>
        </p:nvSpPr>
        <p:spPr>
          <a:xfrm>
            <a:off x="7359383" y="3147512"/>
            <a:ext cx="25826" cy="33905"/>
          </a:xfrm>
          <a:custGeom>
            <a:rect b="b" l="l" r="r" t="t"/>
            <a:pathLst>
              <a:path extrusionOk="0" h="2220" w="1691">
                <a:moveTo>
                  <a:pt x="1148" y="1"/>
                </a:moveTo>
                <a:cubicBezTo>
                  <a:pt x="816" y="1"/>
                  <a:pt x="544" y="102"/>
                  <a:pt x="332" y="311"/>
                </a:cubicBezTo>
                <a:cubicBezTo>
                  <a:pt x="118" y="522"/>
                  <a:pt x="8" y="799"/>
                  <a:pt x="4" y="1143"/>
                </a:cubicBezTo>
                <a:cubicBezTo>
                  <a:pt x="0" y="1466"/>
                  <a:pt x="91" y="1725"/>
                  <a:pt x="278" y="1921"/>
                </a:cubicBezTo>
                <a:cubicBezTo>
                  <a:pt x="464" y="2116"/>
                  <a:pt x="721" y="2216"/>
                  <a:pt x="1050" y="2220"/>
                </a:cubicBezTo>
                <a:cubicBezTo>
                  <a:pt x="1064" y="2220"/>
                  <a:pt x="1077" y="2220"/>
                  <a:pt x="1090" y="2220"/>
                </a:cubicBezTo>
                <a:cubicBezTo>
                  <a:pt x="1323" y="2220"/>
                  <a:pt x="1515" y="2185"/>
                  <a:pt x="1664" y="2115"/>
                </a:cubicBezTo>
                <a:lnTo>
                  <a:pt x="1672" y="1673"/>
                </a:lnTo>
                <a:lnTo>
                  <a:pt x="1672" y="1673"/>
                </a:lnTo>
                <a:cubicBezTo>
                  <a:pt x="1518" y="1759"/>
                  <a:pt x="1352" y="1804"/>
                  <a:pt x="1171" y="1804"/>
                </a:cubicBezTo>
                <a:cubicBezTo>
                  <a:pt x="1165" y="1804"/>
                  <a:pt x="1159" y="1804"/>
                  <a:pt x="1153" y="1804"/>
                </a:cubicBezTo>
                <a:cubicBezTo>
                  <a:pt x="956" y="1802"/>
                  <a:pt x="799" y="1737"/>
                  <a:pt x="683" y="1613"/>
                </a:cubicBezTo>
                <a:cubicBezTo>
                  <a:pt x="568" y="1488"/>
                  <a:pt x="512" y="1322"/>
                  <a:pt x="515" y="1114"/>
                </a:cubicBezTo>
                <a:cubicBezTo>
                  <a:pt x="518" y="900"/>
                  <a:pt x="581" y="727"/>
                  <a:pt x="707" y="602"/>
                </a:cubicBezTo>
                <a:cubicBezTo>
                  <a:pt x="830" y="480"/>
                  <a:pt x="988" y="418"/>
                  <a:pt x="1183" y="418"/>
                </a:cubicBezTo>
                <a:cubicBezTo>
                  <a:pt x="1188" y="418"/>
                  <a:pt x="1193" y="419"/>
                  <a:pt x="1198" y="419"/>
                </a:cubicBezTo>
                <a:cubicBezTo>
                  <a:pt x="1379" y="420"/>
                  <a:pt x="1543" y="465"/>
                  <a:pt x="1685" y="553"/>
                </a:cubicBezTo>
                <a:lnTo>
                  <a:pt x="1690" y="87"/>
                </a:lnTo>
                <a:cubicBezTo>
                  <a:pt x="1548" y="32"/>
                  <a:pt x="1372" y="4"/>
                  <a:pt x="1163" y="1"/>
                </a:cubicBezTo>
                <a:cubicBezTo>
                  <a:pt x="1158" y="1"/>
                  <a:pt x="1153" y="1"/>
                  <a:pt x="1148" y="1"/>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76"/>
          <p:cNvSpPr/>
          <p:nvPr/>
        </p:nvSpPr>
        <p:spPr>
          <a:xfrm>
            <a:off x="7390493" y="3148261"/>
            <a:ext cx="19732" cy="33034"/>
          </a:xfrm>
          <a:custGeom>
            <a:rect b="b" l="l" r="r" t="t"/>
            <a:pathLst>
              <a:path extrusionOk="0" h="2163" w="1292">
                <a:moveTo>
                  <a:pt x="29" y="0"/>
                </a:moveTo>
                <a:lnTo>
                  <a:pt x="1" y="2147"/>
                </a:lnTo>
                <a:lnTo>
                  <a:pt x="1288" y="2162"/>
                </a:lnTo>
                <a:lnTo>
                  <a:pt x="1291" y="1769"/>
                </a:lnTo>
                <a:lnTo>
                  <a:pt x="488" y="1760"/>
                </a:lnTo>
                <a:lnTo>
                  <a:pt x="495" y="1269"/>
                </a:lnTo>
                <a:lnTo>
                  <a:pt x="1197" y="1278"/>
                </a:lnTo>
                <a:lnTo>
                  <a:pt x="1202" y="886"/>
                </a:lnTo>
                <a:lnTo>
                  <a:pt x="500" y="878"/>
                </a:lnTo>
                <a:lnTo>
                  <a:pt x="506" y="401"/>
                </a:lnTo>
                <a:lnTo>
                  <a:pt x="1260" y="409"/>
                </a:lnTo>
                <a:lnTo>
                  <a:pt x="1265" y="16"/>
                </a:lnTo>
                <a:lnTo>
                  <a:pt x="29" y="0"/>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76"/>
          <p:cNvSpPr/>
          <p:nvPr/>
        </p:nvSpPr>
        <p:spPr>
          <a:xfrm>
            <a:off x="7300813" y="2909765"/>
            <a:ext cx="50812" cy="27842"/>
          </a:xfrm>
          <a:custGeom>
            <a:rect b="b" l="l" r="r" t="t"/>
            <a:pathLst>
              <a:path extrusionOk="0" h="1823" w="3327">
                <a:moveTo>
                  <a:pt x="3294" y="1"/>
                </a:moveTo>
                <a:lnTo>
                  <a:pt x="11" y="42"/>
                </a:lnTo>
                <a:cubicBezTo>
                  <a:pt x="6" y="42"/>
                  <a:pt x="1" y="47"/>
                  <a:pt x="1" y="53"/>
                </a:cubicBezTo>
                <a:lnTo>
                  <a:pt x="23" y="1812"/>
                </a:lnTo>
                <a:cubicBezTo>
                  <a:pt x="23" y="1817"/>
                  <a:pt x="27" y="1823"/>
                  <a:pt x="33" y="1823"/>
                </a:cubicBezTo>
                <a:lnTo>
                  <a:pt x="3316" y="1781"/>
                </a:lnTo>
                <a:cubicBezTo>
                  <a:pt x="3322" y="1781"/>
                  <a:pt x="3326" y="1776"/>
                  <a:pt x="3326" y="1771"/>
                </a:cubicBezTo>
                <a:lnTo>
                  <a:pt x="3304" y="11"/>
                </a:lnTo>
                <a:cubicBezTo>
                  <a:pt x="3304" y="6"/>
                  <a:pt x="3300" y="1"/>
                  <a:pt x="3294" y="1"/>
                </a:cubicBezTo>
                <a:close/>
              </a:path>
            </a:pathLst>
          </a:custGeom>
          <a:solidFill>
            <a:srgbClr val="AD38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76"/>
          <p:cNvSpPr/>
          <p:nvPr/>
        </p:nvSpPr>
        <p:spPr>
          <a:xfrm>
            <a:off x="7264571" y="2910224"/>
            <a:ext cx="50796" cy="27826"/>
          </a:xfrm>
          <a:custGeom>
            <a:rect b="b" l="l" r="r" t="t"/>
            <a:pathLst>
              <a:path extrusionOk="0" h="1822" w="3326">
                <a:moveTo>
                  <a:pt x="3294" y="1"/>
                </a:moveTo>
                <a:lnTo>
                  <a:pt x="11" y="42"/>
                </a:lnTo>
                <a:cubicBezTo>
                  <a:pt x="6" y="42"/>
                  <a:pt x="1" y="47"/>
                  <a:pt x="1" y="53"/>
                </a:cubicBezTo>
                <a:lnTo>
                  <a:pt x="22" y="1811"/>
                </a:lnTo>
                <a:cubicBezTo>
                  <a:pt x="22" y="1817"/>
                  <a:pt x="27" y="1822"/>
                  <a:pt x="33" y="1822"/>
                </a:cubicBezTo>
                <a:lnTo>
                  <a:pt x="3315" y="1781"/>
                </a:lnTo>
                <a:cubicBezTo>
                  <a:pt x="3323" y="1781"/>
                  <a:pt x="3326" y="1777"/>
                  <a:pt x="3326" y="1770"/>
                </a:cubicBezTo>
                <a:lnTo>
                  <a:pt x="3304" y="11"/>
                </a:lnTo>
                <a:cubicBezTo>
                  <a:pt x="3304" y="6"/>
                  <a:pt x="3300" y="1"/>
                  <a:pt x="3294" y="1"/>
                </a:cubicBezTo>
                <a:close/>
              </a:path>
            </a:pathLst>
          </a:custGeom>
          <a:solidFill>
            <a:srgbClr val="F2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6"/>
          <p:cNvSpPr/>
          <p:nvPr/>
        </p:nvSpPr>
        <p:spPr>
          <a:xfrm>
            <a:off x="7246458" y="2910468"/>
            <a:ext cx="50812" cy="27826"/>
          </a:xfrm>
          <a:custGeom>
            <a:rect b="b" l="l" r="r" t="t"/>
            <a:pathLst>
              <a:path extrusionOk="0" h="1822" w="3327">
                <a:moveTo>
                  <a:pt x="3294" y="1"/>
                </a:moveTo>
                <a:lnTo>
                  <a:pt x="11" y="42"/>
                </a:lnTo>
                <a:cubicBezTo>
                  <a:pt x="6" y="42"/>
                  <a:pt x="1" y="46"/>
                  <a:pt x="1" y="52"/>
                </a:cubicBezTo>
                <a:lnTo>
                  <a:pt x="22" y="1811"/>
                </a:lnTo>
                <a:cubicBezTo>
                  <a:pt x="22" y="1817"/>
                  <a:pt x="27" y="1821"/>
                  <a:pt x="33" y="1821"/>
                </a:cubicBezTo>
                <a:lnTo>
                  <a:pt x="3316" y="1780"/>
                </a:lnTo>
                <a:cubicBezTo>
                  <a:pt x="3322" y="1780"/>
                  <a:pt x="3327" y="1776"/>
                  <a:pt x="3327" y="1769"/>
                </a:cubicBezTo>
                <a:lnTo>
                  <a:pt x="3304" y="11"/>
                </a:lnTo>
                <a:cubicBezTo>
                  <a:pt x="3304" y="6"/>
                  <a:pt x="3301" y="1"/>
                  <a:pt x="3294" y="1"/>
                </a:cubicBezTo>
                <a:close/>
              </a:path>
            </a:pathLst>
          </a:custGeom>
          <a:solidFill>
            <a:srgbClr val="F2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76"/>
          <p:cNvSpPr/>
          <p:nvPr/>
        </p:nvSpPr>
        <p:spPr>
          <a:xfrm>
            <a:off x="7232927" y="2910789"/>
            <a:ext cx="50674" cy="27552"/>
          </a:xfrm>
          <a:custGeom>
            <a:rect b="b" l="l" r="r" t="t"/>
            <a:pathLst>
              <a:path extrusionOk="0" h="1804" w="3318">
                <a:moveTo>
                  <a:pt x="2576" y="0"/>
                </a:moveTo>
                <a:cubicBezTo>
                  <a:pt x="2573" y="0"/>
                  <a:pt x="2569" y="0"/>
                  <a:pt x="2566" y="0"/>
                </a:cubicBezTo>
                <a:lnTo>
                  <a:pt x="730" y="24"/>
                </a:lnTo>
                <a:cubicBezTo>
                  <a:pt x="327" y="29"/>
                  <a:pt x="0" y="363"/>
                  <a:pt x="5" y="766"/>
                </a:cubicBezTo>
                <a:lnTo>
                  <a:pt x="9" y="1079"/>
                </a:lnTo>
                <a:cubicBezTo>
                  <a:pt x="15" y="1479"/>
                  <a:pt x="343" y="1803"/>
                  <a:pt x="742" y="1803"/>
                </a:cubicBezTo>
                <a:cubicBezTo>
                  <a:pt x="745" y="1803"/>
                  <a:pt x="749" y="1803"/>
                  <a:pt x="752" y="1803"/>
                </a:cubicBezTo>
                <a:lnTo>
                  <a:pt x="2588" y="1780"/>
                </a:lnTo>
                <a:cubicBezTo>
                  <a:pt x="2992" y="1775"/>
                  <a:pt x="3318" y="1440"/>
                  <a:pt x="3313" y="1037"/>
                </a:cubicBezTo>
                <a:lnTo>
                  <a:pt x="3309" y="725"/>
                </a:lnTo>
                <a:cubicBezTo>
                  <a:pt x="3303" y="325"/>
                  <a:pt x="2975" y="0"/>
                  <a:pt x="2576" y="0"/>
                </a:cubicBezTo>
                <a:close/>
              </a:path>
            </a:pathLst>
          </a:custGeom>
          <a:solidFill>
            <a:srgbClr val="0097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76"/>
          <p:cNvSpPr/>
          <p:nvPr/>
        </p:nvSpPr>
        <p:spPr>
          <a:xfrm>
            <a:off x="7201221" y="2911186"/>
            <a:ext cx="50689" cy="27552"/>
          </a:xfrm>
          <a:custGeom>
            <a:rect b="b" l="l" r="r" t="t"/>
            <a:pathLst>
              <a:path extrusionOk="0" h="1804" w="3319">
                <a:moveTo>
                  <a:pt x="2576" y="0"/>
                </a:moveTo>
                <a:cubicBezTo>
                  <a:pt x="2573" y="0"/>
                  <a:pt x="2570" y="0"/>
                  <a:pt x="2567" y="0"/>
                </a:cubicBezTo>
                <a:lnTo>
                  <a:pt x="729" y="24"/>
                </a:lnTo>
                <a:cubicBezTo>
                  <a:pt x="327" y="29"/>
                  <a:pt x="0" y="363"/>
                  <a:pt x="6" y="766"/>
                </a:cubicBezTo>
                <a:lnTo>
                  <a:pt x="9" y="1078"/>
                </a:lnTo>
                <a:cubicBezTo>
                  <a:pt x="14" y="1479"/>
                  <a:pt x="344" y="1803"/>
                  <a:pt x="743" y="1803"/>
                </a:cubicBezTo>
                <a:cubicBezTo>
                  <a:pt x="746" y="1803"/>
                  <a:pt x="749" y="1803"/>
                  <a:pt x="752" y="1803"/>
                </a:cubicBezTo>
                <a:lnTo>
                  <a:pt x="2588" y="1780"/>
                </a:lnTo>
                <a:cubicBezTo>
                  <a:pt x="2993" y="1775"/>
                  <a:pt x="3318" y="1440"/>
                  <a:pt x="3313" y="1037"/>
                </a:cubicBezTo>
                <a:lnTo>
                  <a:pt x="3309" y="725"/>
                </a:lnTo>
                <a:cubicBezTo>
                  <a:pt x="3304" y="325"/>
                  <a:pt x="2974" y="0"/>
                  <a:pt x="2576" y="0"/>
                </a:cubicBezTo>
                <a:close/>
              </a:path>
            </a:pathLst>
          </a:custGeom>
          <a:solidFill>
            <a:srgbClr val="007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76"/>
          <p:cNvSpPr/>
          <p:nvPr/>
        </p:nvSpPr>
        <p:spPr>
          <a:xfrm>
            <a:off x="7195769" y="2936920"/>
            <a:ext cx="157383" cy="6537"/>
          </a:xfrm>
          <a:custGeom>
            <a:rect b="b" l="l" r="r" t="t"/>
            <a:pathLst>
              <a:path extrusionOk="0" h="428" w="10305">
                <a:moveTo>
                  <a:pt x="10301" y="0"/>
                </a:moveTo>
                <a:lnTo>
                  <a:pt x="1" y="131"/>
                </a:lnTo>
                <a:lnTo>
                  <a:pt x="5" y="427"/>
                </a:lnTo>
                <a:lnTo>
                  <a:pt x="10305" y="297"/>
                </a:lnTo>
                <a:lnTo>
                  <a:pt x="10301" y="0"/>
                </a:lnTo>
                <a:close/>
              </a:path>
            </a:pathLst>
          </a:custGeom>
          <a:solidFill>
            <a:srgbClr val="DEE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76"/>
          <p:cNvSpPr/>
          <p:nvPr/>
        </p:nvSpPr>
        <p:spPr>
          <a:xfrm>
            <a:off x="6864432" y="3272747"/>
            <a:ext cx="33997" cy="39052"/>
          </a:xfrm>
          <a:custGeom>
            <a:rect b="b" l="l" r="r" t="t"/>
            <a:pathLst>
              <a:path extrusionOk="0" h="2557" w="2226">
                <a:moveTo>
                  <a:pt x="304" y="1"/>
                </a:moveTo>
                <a:cubicBezTo>
                  <a:pt x="304" y="1"/>
                  <a:pt x="0" y="758"/>
                  <a:pt x="197" y="1025"/>
                </a:cubicBezTo>
                <a:cubicBezTo>
                  <a:pt x="391" y="1289"/>
                  <a:pt x="598" y="1297"/>
                  <a:pt x="703" y="1654"/>
                </a:cubicBezTo>
                <a:cubicBezTo>
                  <a:pt x="800" y="1981"/>
                  <a:pt x="1162" y="2557"/>
                  <a:pt x="1604" y="2557"/>
                </a:cubicBezTo>
                <a:cubicBezTo>
                  <a:pt x="1645" y="2557"/>
                  <a:pt x="1686" y="2552"/>
                  <a:pt x="1729" y="2541"/>
                </a:cubicBezTo>
                <a:cubicBezTo>
                  <a:pt x="2225" y="2417"/>
                  <a:pt x="2091" y="1887"/>
                  <a:pt x="1874" y="1359"/>
                </a:cubicBezTo>
                <a:cubicBezTo>
                  <a:pt x="1656" y="831"/>
                  <a:pt x="1459" y="435"/>
                  <a:pt x="1459" y="435"/>
                </a:cubicBezTo>
                <a:lnTo>
                  <a:pt x="304" y="1"/>
                </a:ln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76"/>
          <p:cNvSpPr/>
          <p:nvPr/>
        </p:nvSpPr>
        <p:spPr>
          <a:xfrm>
            <a:off x="6864676" y="3010518"/>
            <a:ext cx="135162" cy="272981"/>
          </a:xfrm>
          <a:custGeom>
            <a:rect b="b" l="l" r="r" t="t"/>
            <a:pathLst>
              <a:path extrusionOk="0" h="17874" w="8850">
                <a:moveTo>
                  <a:pt x="3802" y="1447"/>
                </a:moveTo>
                <a:cubicBezTo>
                  <a:pt x="3801" y="1447"/>
                  <a:pt x="3800" y="1447"/>
                  <a:pt x="3800" y="1448"/>
                </a:cubicBezTo>
                <a:lnTo>
                  <a:pt x="3802" y="1447"/>
                </a:lnTo>
                <a:close/>
                <a:moveTo>
                  <a:pt x="8849" y="0"/>
                </a:moveTo>
                <a:lnTo>
                  <a:pt x="3802" y="1447"/>
                </a:lnTo>
                <a:lnTo>
                  <a:pt x="3802" y="1447"/>
                </a:lnTo>
                <a:cubicBezTo>
                  <a:pt x="3803" y="1447"/>
                  <a:pt x="3804" y="1447"/>
                  <a:pt x="3805" y="1447"/>
                </a:cubicBezTo>
                <a:cubicBezTo>
                  <a:pt x="4087" y="1447"/>
                  <a:pt x="3893" y="9450"/>
                  <a:pt x="3893" y="9450"/>
                </a:cubicBezTo>
                <a:lnTo>
                  <a:pt x="1" y="17065"/>
                </a:lnTo>
                <a:cubicBezTo>
                  <a:pt x="1" y="17065"/>
                  <a:pt x="150" y="17642"/>
                  <a:pt x="1664" y="17874"/>
                </a:cubicBezTo>
                <a:cubicBezTo>
                  <a:pt x="1664" y="17874"/>
                  <a:pt x="7019" y="11923"/>
                  <a:pt x="7856" y="10234"/>
                </a:cubicBezTo>
                <a:cubicBezTo>
                  <a:pt x="8694" y="8545"/>
                  <a:pt x="8849" y="0"/>
                  <a:pt x="8849" y="0"/>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76"/>
          <p:cNvSpPr/>
          <p:nvPr/>
        </p:nvSpPr>
        <p:spPr>
          <a:xfrm>
            <a:off x="6882011" y="3006960"/>
            <a:ext cx="105487" cy="276234"/>
          </a:xfrm>
          <a:custGeom>
            <a:rect b="b" l="l" r="r" t="t"/>
            <a:pathLst>
              <a:path extrusionOk="0" h="18087" w="6907">
                <a:moveTo>
                  <a:pt x="6694" y="1"/>
                </a:moveTo>
                <a:lnTo>
                  <a:pt x="6471" y="6"/>
                </a:lnTo>
                <a:cubicBezTo>
                  <a:pt x="6474" y="92"/>
                  <a:pt x="6682" y="8517"/>
                  <a:pt x="5881" y="9670"/>
                </a:cubicBezTo>
                <a:cubicBezTo>
                  <a:pt x="5061" y="10852"/>
                  <a:pt x="51" y="17886"/>
                  <a:pt x="0" y="17958"/>
                </a:cubicBezTo>
                <a:lnTo>
                  <a:pt x="182" y="18086"/>
                </a:lnTo>
                <a:cubicBezTo>
                  <a:pt x="232" y="18016"/>
                  <a:pt x="5242" y="10981"/>
                  <a:pt x="6064" y="9798"/>
                </a:cubicBezTo>
                <a:cubicBezTo>
                  <a:pt x="6906" y="8586"/>
                  <a:pt x="6703" y="351"/>
                  <a:pt x="6694" y="1"/>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76"/>
          <p:cNvSpPr/>
          <p:nvPr/>
        </p:nvSpPr>
        <p:spPr>
          <a:xfrm>
            <a:off x="6856063" y="2929757"/>
            <a:ext cx="29598" cy="83113"/>
          </a:xfrm>
          <a:custGeom>
            <a:rect b="b" l="l" r="r" t="t"/>
            <a:pathLst>
              <a:path extrusionOk="0" h="5442" w="1938">
                <a:moveTo>
                  <a:pt x="842" y="1"/>
                </a:moveTo>
                <a:cubicBezTo>
                  <a:pt x="612" y="1"/>
                  <a:pt x="409" y="139"/>
                  <a:pt x="310" y="545"/>
                </a:cubicBezTo>
                <a:cubicBezTo>
                  <a:pt x="1" y="1810"/>
                  <a:pt x="824" y="5442"/>
                  <a:pt x="824" y="5442"/>
                </a:cubicBezTo>
                <a:lnTo>
                  <a:pt x="1616" y="4591"/>
                </a:lnTo>
                <a:lnTo>
                  <a:pt x="1938" y="617"/>
                </a:lnTo>
                <a:lnTo>
                  <a:pt x="1938" y="617"/>
                </a:lnTo>
                <a:cubicBezTo>
                  <a:pt x="1938" y="617"/>
                  <a:pt x="1938" y="617"/>
                  <a:pt x="1938" y="617"/>
                </a:cubicBezTo>
                <a:cubicBezTo>
                  <a:pt x="1935" y="617"/>
                  <a:pt x="1329" y="1"/>
                  <a:pt x="842"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76"/>
          <p:cNvSpPr/>
          <p:nvPr/>
        </p:nvSpPr>
        <p:spPr>
          <a:xfrm>
            <a:off x="6859820" y="2876548"/>
            <a:ext cx="58814" cy="89008"/>
          </a:xfrm>
          <a:custGeom>
            <a:rect b="b" l="l" r="r" t="t"/>
            <a:pathLst>
              <a:path extrusionOk="0" h="5828" w="3851">
                <a:moveTo>
                  <a:pt x="2560" y="0"/>
                </a:moveTo>
                <a:cubicBezTo>
                  <a:pt x="2223" y="0"/>
                  <a:pt x="1848" y="101"/>
                  <a:pt x="1468" y="395"/>
                </a:cubicBezTo>
                <a:cubicBezTo>
                  <a:pt x="251" y="1332"/>
                  <a:pt x="1" y="4528"/>
                  <a:pt x="1" y="4528"/>
                </a:cubicBezTo>
                <a:cubicBezTo>
                  <a:pt x="1" y="4528"/>
                  <a:pt x="857" y="5828"/>
                  <a:pt x="1317" y="5828"/>
                </a:cubicBezTo>
                <a:cubicBezTo>
                  <a:pt x="1488" y="5828"/>
                  <a:pt x="1605" y="5647"/>
                  <a:pt x="1600" y="5151"/>
                </a:cubicBezTo>
                <a:cubicBezTo>
                  <a:pt x="1585" y="3325"/>
                  <a:pt x="3850" y="487"/>
                  <a:pt x="3850" y="487"/>
                </a:cubicBezTo>
                <a:cubicBezTo>
                  <a:pt x="3850" y="487"/>
                  <a:pt x="3299" y="0"/>
                  <a:pt x="2560" y="0"/>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76"/>
          <p:cNvSpPr/>
          <p:nvPr/>
        </p:nvSpPr>
        <p:spPr>
          <a:xfrm>
            <a:off x="6866433" y="2991672"/>
            <a:ext cx="25811" cy="53286"/>
          </a:xfrm>
          <a:custGeom>
            <a:rect b="b" l="l" r="r" t="t"/>
            <a:pathLst>
              <a:path extrusionOk="0" h="3489" w="1690">
                <a:moveTo>
                  <a:pt x="596" y="0"/>
                </a:moveTo>
                <a:cubicBezTo>
                  <a:pt x="594" y="0"/>
                  <a:pt x="592" y="0"/>
                  <a:pt x="591" y="0"/>
                </a:cubicBezTo>
                <a:cubicBezTo>
                  <a:pt x="490" y="1"/>
                  <a:pt x="392" y="36"/>
                  <a:pt x="300" y="77"/>
                </a:cubicBezTo>
                <a:cubicBezTo>
                  <a:pt x="220" y="111"/>
                  <a:pt x="141" y="155"/>
                  <a:pt x="90" y="223"/>
                </a:cubicBezTo>
                <a:cubicBezTo>
                  <a:pt x="1" y="344"/>
                  <a:pt x="20" y="509"/>
                  <a:pt x="36" y="658"/>
                </a:cubicBezTo>
                <a:cubicBezTo>
                  <a:pt x="78" y="1015"/>
                  <a:pt x="95" y="1375"/>
                  <a:pt x="88" y="1736"/>
                </a:cubicBezTo>
                <a:cubicBezTo>
                  <a:pt x="83" y="2007"/>
                  <a:pt x="63" y="2281"/>
                  <a:pt x="110" y="2548"/>
                </a:cubicBezTo>
                <a:cubicBezTo>
                  <a:pt x="156" y="2816"/>
                  <a:pt x="280" y="3084"/>
                  <a:pt x="502" y="3239"/>
                </a:cubicBezTo>
                <a:cubicBezTo>
                  <a:pt x="667" y="3356"/>
                  <a:pt x="868" y="3400"/>
                  <a:pt x="1066" y="3443"/>
                </a:cubicBezTo>
                <a:cubicBezTo>
                  <a:pt x="1162" y="3463"/>
                  <a:pt x="1260" y="3484"/>
                  <a:pt x="1358" y="3488"/>
                </a:cubicBezTo>
                <a:cubicBezTo>
                  <a:pt x="1364" y="3488"/>
                  <a:pt x="1370" y="3488"/>
                  <a:pt x="1376" y="3488"/>
                </a:cubicBezTo>
                <a:cubicBezTo>
                  <a:pt x="1455" y="3488"/>
                  <a:pt x="1537" y="3475"/>
                  <a:pt x="1597" y="3426"/>
                </a:cubicBezTo>
                <a:cubicBezTo>
                  <a:pt x="1662" y="3371"/>
                  <a:pt x="1689" y="3266"/>
                  <a:pt x="1636" y="3201"/>
                </a:cubicBezTo>
                <a:cubicBezTo>
                  <a:pt x="1573" y="3125"/>
                  <a:pt x="1455" y="3146"/>
                  <a:pt x="1356" y="3136"/>
                </a:cubicBezTo>
                <a:cubicBezTo>
                  <a:pt x="1196" y="3118"/>
                  <a:pt x="1058" y="3002"/>
                  <a:pt x="984" y="2861"/>
                </a:cubicBezTo>
                <a:cubicBezTo>
                  <a:pt x="908" y="2719"/>
                  <a:pt x="885" y="2556"/>
                  <a:pt x="877" y="2395"/>
                </a:cubicBezTo>
                <a:cubicBezTo>
                  <a:pt x="873" y="2303"/>
                  <a:pt x="892" y="2187"/>
                  <a:pt x="981" y="2164"/>
                </a:cubicBezTo>
                <a:cubicBezTo>
                  <a:pt x="989" y="2162"/>
                  <a:pt x="996" y="2162"/>
                  <a:pt x="1004" y="2162"/>
                </a:cubicBezTo>
                <a:cubicBezTo>
                  <a:pt x="1057" y="2162"/>
                  <a:pt x="1108" y="2199"/>
                  <a:pt x="1145" y="2241"/>
                </a:cubicBezTo>
                <a:cubicBezTo>
                  <a:pt x="1260" y="2375"/>
                  <a:pt x="1303" y="2553"/>
                  <a:pt x="1378" y="2713"/>
                </a:cubicBezTo>
                <a:cubicBezTo>
                  <a:pt x="1400" y="2759"/>
                  <a:pt x="1425" y="2807"/>
                  <a:pt x="1466" y="2840"/>
                </a:cubicBezTo>
                <a:cubicBezTo>
                  <a:pt x="1494" y="2862"/>
                  <a:pt x="1530" y="2876"/>
                  <a:pt x="1565" y="2876"/>
                </a:cubicBezTo>
                <a:cubicBezTo>
                  <a:pt x="1581" y="2876"/>
                  <a:pt x="1597" y="2873"/>
                  <a:pt x="1612" y="2866"/>
                </a:cubicBezTo>
                <a:cubicBezTo>
                  <a:pt x="1656" y="2844"/>
                  <a:pt x="1682" y="2795"/>
                  <a:pt x="1686" y="2745"/>
                </a:cubicBezTo>
                <a:cubicBezTo>
                  <a:pt x="1690" y="2696"/>
                  <a:pt x="1676" y="2646"/>
                  <a:pt x="1663" y="2600"/>
                </a:cubicBezTo>
                <a:cubicBezTo>
                  <a:pt x="1596" y="2380"/>
                  <a:pt x="1502" y="2163"/>
                  <a:pt x="1490" y="1934"/>
                </a:cubicBezTo>
                <a:cubicBezTo>
                  <a:pt x="1486" y="1824"/>
                  <a:pt x="1499" y="1712"/>
                  <a:pt x="1484" y="1603"/>
                </a:cubicBezTo>
                <a:cubicBezTo>
                  <a:pt x="1461" y="1435"/>
                  <a:pt x="1370" y="1282"/>
                  <a:pt x="1253" y="1157"/>
                </a:cubicBezTo>
                <a:cubicBezTo>
                  <a:pt x="1157" y="1055"/>
                  <a:pt x="1016" y="992"/>
                  <a:pt x="928" y="886"/>
                </a:cubicBezTo>
                <a:cubicBezTo>
                  <a:pt x="860" y="808"/>
                  <a:pt x="917" y="663"/>
                  <a:pt x="932" y="571"/>
                </a:cubicBezTo>
                <a:cubicBezTo>
                  <a:pt x="955" y="411"/>
                  <a:pt x="973" y="228"/>
                  <a:pt x="866" y="108"/>
                </a:cubicBezTo>
                <a:cubicBezTo>
                  <a:pt x="799" y="33"/>
                  <a:pt x="695" y="0"/>
                  <a:pt x="596" y="0"/>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76"/>
          <p:cNvSpPr/>
          <p:nvPr/>
        </p:nvSpPr>
        <p:spPr>
          <a:xfrm>
            <a:off x="6856765" y="2862650"/>
            <a:ext cx="68787" cy="71918"/>
          </a:xfrm>
          <a:custGeom>
            <a:rect b="b" l="l" r="r" t="t"/>
            <a:pathLst>
              <a:path extrusionOk="0" h="4709" w="4504">
                <a:moveTo>
                  <a:pt x="3782" y="0"/>
                </a:moveTo>
                <a:cubicBezTo>
                  <a:pt x="3781" y="0"/>
                  <a:pt x="1488" y="77"/>
                  <a:pt x="655" y="2358"/>
                </a:cubicBezTo>
                <a:cubicBezTo>
                  <a:pt x="1" y="4148"/>
                  <a:pt x="87" y="4225"/>
                  <a:pt x="107" y="4225"/>
                </a:cubicBezTo>
                <a:cubicBezTo>
                  <a:pt x="109" y="4225"/>
                  <a:pt x="110" y="4224"/>
                  <a:pt x="110" y="4224"/>
                </a:cubicBezTo>
                <a:lnTo>
                  <a:pt x="1950" y="4709"/>
                </a:lnTo>
                <a:cubicBezTo>
                  <a:pt x="1950" y="4709"/>
                  <a:pt x="1950" y="4709"/>
                  <a:pt x="1950" y="4709"/>
                </a:cubicBezTo>
                <a:cubicBezTo>
                  <a:pt x="1950" y="4709"/>
                  <a:pt x="4503" y="1392"/>
                  <a:pt x="3782" y="0"/>
                </a:cubicBezTo>
                <a:close/>
              </a:path>
            </a:pathLst>
          </a:custGeom>
          <a:solidFill>
            <a:srgbClr val="92B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76"/>
          <p:cNvSpPr/>
          <p:nvPr/>
        </p:nvSpPr>
        <p:spPr>
          <a:xfrm>
            <a:off x="6892442" y="2985654"/>
            <a:ext cx="107366" cy="113093"/>
          </a:xfrm>
          <a:custGeom>
            <a:rect b="b" l="l" r="r" t="t"/>
            <a:pathLst>
              <a:path extrusionOk="0" h="7405" w="7030">
                <a:moveTo>
                  <a:pt x="0" y="0"/>
                </a:moveTo>
                <a:lnTo>
                  <a:pt x="116" y="7404"/>
                </a:lnTo>
                <a:lnTo>
                  <a:pt x="7030" y="1628"/>
                </a:lnTo>
                <a:lnTo>
                  <a:pt x="6887" y="542"/>
                </a:lnTo>
                <a:lnTo>
                  <a:pt x="0" y="0"/>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76"/>
          <p:cNvSpPr/>
          <p:nvPr/>
        </p:nvSpPr>
        <p:spPr>
          <a:xfrm>
            <a:off x="6912281" y="3286920"/>
            <a:ext cx="36272" cy="36196"/>
          </a:xfrm>
          <a:custGeom>
            <a:rect b="b" l="l" r="r" t="t"/>
            <a:pathLst>
              <a:path extrusionOk="0" h="2370" w="2375">
                <a:moveTo>
                  <a:pt x="2147" y="1"/>
                </a:moveTo>
                <a:lnTo>
                  <a:pt x="957" y="326"/>
                </a:lnTo>
                <a:cubicBezTo>
                  <a:pt x="957" y="326"/>
                  <a:pt x="722" y="695"/>
                  <a:pt x="455" y="1187"/>
                </a:cubicBezTo>
                <a:cubicBezTo>
                  <a:pt x="186" y="1680"/>
                  <a:pt x="0" y="2182"/>
                  <a:pt x="482" y="2343"/>
                </a:cubicBezTo>
                <a:cubicBezTo>
                  <a:pt x="537" y="2362"/>
                  <a:pt x="592" y="2370"/>
                  <a:pt x="647" y="2370"/>
                </a:cubicBezTo>
                <a:cubicBezTo>
                  <a:pt x="1070" y="2370"/>
                  <a:pt x="1465" y="1866"/>
                  <a:pt x="1587" y="1568"/>
                </a:cubicBezTo>
                <a:cubicBezTo>
                  <a:pt x="1727" y="1231"/>
                  <a:pt x="1933" y="1240"/>
                  <a:pt x="2152" y="1000"/>
                </a:cubicBezTo>
                <a:cubicBezTo>
                  <a:pt x="2375" y="758"/>
                  <a:pt x="2147" y="1"/>
                  <a:pt x="2147" y="1"/>
                </a:cubicBez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76"/>
          <p:cNvSpPr/>
          <p:nvPr/>
        </p:nvSpPr>
        <p:spPr>
          <a:xfrm>
            <a:off x="6888761" y="3001492"/>
            <a:ext cx="84885" cy="293843"/>
          </a:xfrm>
          <a:custGeom>
            <a:rect b="b" l="l" r="r" t="t"/>
            <a:pathLst>
              <a:path extrusionOk="0" h="19240" w="5558">
                <a:moveTo>
                  <a:pt x="5455" y="0"/>
                </a:moveTo>
                <a:lnTo>
                  <a:pt x="5422" y="253"/>
                </a:lnTo>
                <a:lnTo>
                  <a:pt x="5422" y="253"/>
                </a:lnTo>
                <a:cubicBezTo>
                  <a:pt x="5536" y="188"/>
                  <a:pt x="5557" y="105"/>
                  <a:pt x="5455" y="0"/>
                </a:cubicBezTo>
                <a:close/>
                <a:moveTo>
                  <a:pt x="5422" y="253"/>
                </a:moveTo>
                <a:cubicBezTo>
                  <a:pt x="5141" y="413"/>
                  <a:pt x="4298" y="462"/>
                  <a:pt x="3359" y="462"/>
                </a:cubicBezTo>
                <a:cubicBezTo>
                  <a:pt x="1811" y="462"/>
                  <a:pt x="1" y="328"/>
                  <a:pt x="1" y="328"/>
                </a:cubicBezTo>
                <a:lnTo>
                  <a:pt x="1" y="328"/>
                </a:lnTo>
                <a:cubicBezTo>
                  <a:pt x="1" y="328"/>
                  <a:pt x="30" y="11572"/>
                  <a:pt x="2137" y="19085"/>
                </a:cubicBezTo>
                <a:cubicBezTo>
                  <a:pt x="2137" y="19085"/>
                  <a:pt x="2497" y="19240"/>
                  <a:pt x="2914" y="19240"/>
                </a:cubicBezTo>
                <a:cubicBezTo>
                  <a:pt x="3216" y="19240"/>
                  <a:pt x="3547" y="19159"/>
                  <a:pt x="3796" y="18882"/>
                </a:cubicBezTo>
                <a:cubicBezTo>
                  <a:pt x="3796" y="18882"/>
                  <a:pt x="4698" y="2491"/>
                  <a:pt x="5254" y="1539"/>
                </a:cubicBezTo>
                <a:lnTo>
                  <a:pt x="5422" y="253"/>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76"/>
          <p:cNvSpPr/>
          <p:nvPr/>
        </p:nvSpPr>
        <p:spPr>
          <a:xfrm>
            <a:off x="6907638" y="3020567"/>
            <a:ext cx="23886" cy="276050"/>
          </a:xfrm>
          <a:custGeom>
            <a:rect b="b" l="l" r="r" t="t"/>
            <a:pathLst>
              <a:path extrusionOk="0" h="18075" w="1564">
                <a:moveTo>
                  <a:pt x="191" y="1"/>
                </a:moveTo>
                <a:cubicBezTo>
                  <a:pt x="146" y="1"/>
                  <a:pt x="105" y="28"/>
                  <a:pt x="104" y="89"/>
                </a:cubicBezTo>
                <a:cubicBezTo>
                  <a:pt x="1" y="5990"/>
                  <a:pt x="30" y="12208"/>
                  <a:pt x="1340" y="17986"/>
                </a:cubicBezTo>
                <a:cubicBezTo>
                  <a:pt x="1354" y="18047"/>
                  <a:pt x="1404" y="18075"/>
                  <a:pt x="1452" y="18075"/>
                </a:cubicBezTo>
                <a:cubicBezTo>
                  <a:pt x="1510" y="18075"/>
                  <a:pt x="1564" y="18034"/>
                  <a:pt x="1547" y="17960"/>
                </a:cubicBezTo>
                <a:cubicBezTo>
                  <a:pt x="241" y="12201"/>
                  <a:pt x="206" y="6004"/>
                  <a:pt x="310" y="121"/>
                </a:cubicBezTo>
                <a:cubicBezTo>
                  <a:pt x="311" y="45"/>
                  <a:pt x="248" y="1"/>
                  <a:pt x="191" y="1"/>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76"/>
          <p:cNvSpPr/>
          <p:nvPr/>
        </p:nvSpPr>
        <p:spPr>
          <a:xfrm>
            <a:off x="6981160" y="2890201"/>
            <a:ext cx="76775" cy="79325"/>
          </a:xfrm>
          <a:custGeom>
            <a:rect b="b" l="l" r="r" t="t"/>
            <a:pathLst>
              <a:path extrusionOk="0" h="5194" w="5027">
                <a:moveTo>
                  <a:pt x="1217" y="0"/>
                </a:moveTo>
                <a:cubicBezTo>
                  <a:pt x="1217" y="0"/>
                  <a:pt x="1" y="492"/>
                  <a:pt x="281" y="1990"/>
                </a:cubicBezTo>
                <a:cubicBezTo>
                  <a:pt x="561" y="3488"/>
                  <a:pt x="3085" y="5194"/>
                  <a:pt x="3085" y="5194"/>
                </a:cubicBezTo>
                <a:cubicBezTo>
                  <a:pt x="3085" y="5194"/>
                  <a:pt x="5026" y="5177"/>
                  <a:pt x="4017" y="4069"/>
                </a:cubicBezTo>
                <a:cubicBezTo>
                  <a:pt x="2857" y="2795"/>
                  <a:pt x="1217" y="0"/>
                  <a:pt x="1217" y="0"/>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6"/>
          <p:cNvSpPr/>
          <p:nvPr/>
        </p:nvSpPr>
        <p:spPr>
          <a:xfrm>
            <a:off x="6962145" y="2870973"/>
            <a:ext cx="67810" cy="78210"/>
          </a:xfrm>
          <a:custGeom>
            <a:rect b="b" l="l" r="r" t="t"/>
            <a:pathLst>
              <a:path extrusionOk="0" h="5121" w="4440">
                <a:moveTo>
                  <a:pt x="1015" y="1"/>
                </a:moveTo>
                <a:cubicBezTo>
                  <a:pt x="950" y="1"/>
                  <a:pt x="718" y="92"/>
                  <a:pt x="427" y="1287"/>
                </a:cubicBezTo>
                <a:cubicBezTo>
                  <a:pt x="0" y="3032"/>
                  <a:pt x="2368" y="5121"/>
                  <a:pt x="2368" y="5121"/>
                </a:cubicBezTo>
                <a:lnTo>
                  <a:pt x="4439" y="4136"/>
                </a:lnTo>
                <a:cubicBezTo>
                  <a:pt x="4439" y="4136"/>
                  <a:pt x="2753" y="705"/>
                  <a:pt x="1032" y="4"/>
                </a:cubicBezTo>
                <a:cubicBezTo>
                  <a:pt x="1032" y="4"/>
                  <a:pt x="1026" y="1"/>
                  <a:pt x="1015" y="1"/>
                </a:cubicBezTo>
                <a:close/>
              </a:path>
            </a:pathLst>
          </a:custGeom>
          <a:solidFill>
            <a:srgbClr val="92B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6"/>
          <p:cNvSpPr/>
          <p:nvPr/>
        </p:nvSpPr>
        <p:spPr>
          <a:xfrm>
            <a:off x="6883324" y="2860619"/>
            <a:ext cx="117155" cy="149961"/>
          </a:xfrm>
          <a:custGeom>
            <a:rect b="b" l="l" r="r" t="t"/>
            <a:pathLst>
              <a:path extrusionOk="0" h="9819" w="7671">
                <a:moveTo>
                  <a:pt x="3631" y="1"/>
                </a:moveTo>
                <a:cubicBezTo>
                  <a:pt x="3100" y="1"/>
                  <a:pt x="2555" y="53"/>
                  <a:pt x="2043" y="133"/>
                </a:cubicBezTo>
                <a:cubicBezTo>
                  <a:pt x="791" y="330"/>
                  <a:pt x="85" y="1185"/>
                  <a:pt x="83" y="2727"/>
                </a:cubicBezTo>
                <a:cubicBezTo>
                  <a:pt x="82" y="3738"/>
                  <a:pt x="0" y="7995"/>
                  <a:pt x="611" y="9194"/>
                </a:cubicBezTo>
                <a:cubicBezTo>
                  <a:pt x="611" y="9194"/>
                  <a:pt x="1425" y="9818"/>
                  <a:pt x="3208" y="9818"/>
                </a:cubicBezTo>
                <a:cubicBezTo>
                  <a:pt x="4284" y="9818"/>
                  <a:pt x="5713" y="9591"/>
                  <a:pt x="7530" y="8862"/>
                </a:cubicBezTo>
                <a:lnTo>
                  <a:pt x="7530" y="8862"/>
                </a:lnTo>
                <a:cubicBezTo>
                  <a:pt x="7530" y="8862"/>
                  <a:pt x="7530" y="8862"/>
                  <a:pt x="7530" y="8862"/>
                </a:cubicBezTo>
                <a:cubicBezTo>
                  <a:pt x="7530" y="8862"/>
                  <a:pt x="7530" y="8862"/>
                  <a:pt x="7530" y="8862"/>
                </a:cubicBezTo>
                <a:lnTo>
                  <a:pt x="7530" y="8862"/>
                </a:lnTo>
                <a:cubicBezTo>
                  <a:pt x="7530" y="8862"/>
                  <a:pt x="7530" y="8862"/>
                  <a:pt x="7530" y="8862"/>
                </a:cubicBezTo>
                <a:lnTo>
                  <a:pt x="7530" y="8862"/>
                </a:lnTo>
                <a:cubicBezTo>
                  <a:pt x="7529" y="8862"/>
                  <a:pt x="7670" y="4868"/>
                  <a:pt x="6659" y="1500"/>
                </a:cubicBezTo>
                <a:cubicBezTo>
                  <a:pt x="6315" y="359"/>
                  <a:pt x="5023" y="1"/>
                  <a:pt x="3631" y="1"/>
                </a:cubicBezTo>
                <a:close/>
              </a:path>
            </a:pathLst>
          </a:custGeom>
          <a:solidFill>
            <a:srgbClr val="90B3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6"/>
          <p:cNvSpPr/>
          <p:nvPr/>
        </p:nvSpPr>
        <p:spPr>
          <a:xfrm>
            <a:off x="7008436" y="2943945"/>
            <a:ext cx="65107" cy="43634"/>
          </a:xfrm>
          <a:custGeom>
            <a:rect b="b" l="l" r="r" t="t"/>
            <a:pathLst>
              <a:path extrusionOk="0" h="2857" w="4263">
                <a:moveTo>
                  <a:pt x="1630" y="0"/>
                </a:moveTo>
                <a:cubicBezTo>
                  <a:pt x="1630" y="0"/>
                  <a:pt x="0" y="529"/>
                  <a:pt x="914" y="1388"/>
                </a:cubicBezTo>
                <a:cubicBezTo>
                  <a:pt x="1828" y="2245"/>
                  <a:pt x="3390" y="2857"/>
                  <a:pt x="3390" y="2857"/>
                </a:cubicBezTo>
                <a:lnTo>
                  <a:pt x="4262" y="2405"/>
                </a:lnTo>
                <a:lnTo>
                  <a:pt x="1630" y="0"/>
                </a:ln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6"/>
          <p:cNvSpPr/>
          <p:nvPr/>
        </p:nvSpPr>
        <p:spPr>
          <a:xfrm>
            <a:off x="6888776" y="2987564"/>
            <a:ext cx="112299" cy="23382"/>
          </a:xfrm>
          <a:custGeom>
            <a:rect b="b" l="l" r="r" t="t"/>
            <a:pathLst>
              <a:path extrusionOk="0" h="1531" w="7353">
                <a:moveTo>
                  <a:pt x="7159" y="1"/>
                </a:moveTo>
                <a:cubicBezTo>
                  <a:pt x="7159" y="1"/>
                  <a:pt x="5375" y="676"/>
                  <a:pt x="2872" y="676"/>
                </a:cubicBezTo>
                <a:cubicBezTo>
                  <a:pt x="2010" y="676"/>
                  <a:pt x="1062" y="596"/>
                  <a:pt x="72" y="380"/>
                </a:cubicBezTo>
                <a:lnTo>
                  <a:pt x="1" y="1240"/>
                </a:lnTo>
                <a:cubicBezTo>
                  <a:pt x="1" y="1240"/>
                  <a:pt x="1445" y="1530"/>
                  <a:pt x="3211" y="1530"/>
                </a:cubicBezTo>
                <a:cubicBezTo>
                  <a:pt x="4571" y="1530"/>
                  <a:pt x="6123" y="1358"/>
                  <a:pt x="7353" y="748"/>
                </a:cubicBezTo>
                <a:lnTo>
                  <a:pt x="7159" y="1"/>
                </a:ln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6"/>
          <p:cNvSpPr/>
          <p:nvPr/>
        </p:nvSpPr>
        <p:spPr>
          <a:xfrm>
            <a:off x="6920635" y="2994910"/>
            <a:ext cx="10126" cy="19121"/>
          </a:xfrm>
          <a:custGeom>
            <a:rect b="b" l="l" r="r" t="t"/>
            <a:pathLst>
              <a:path extrusionOk="0" h="1252" w="663">
                <a:moveTo>
                  <a:pt x="167" y="1"/>
                </a:moveTo>
                <a:lnTo>
                  <a:pt x="1" y="1251"/>
                </a:lnTo>
                <a:lnTo>
                  <a:pt x="662" y="1251"/>
                </a:lnTo>
                <a:lnTo>
                  <a:pt x="568" y="1"/>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6"/>
          <p:cNvSpPr/>
          <p:nvPr/>
        </p:nvSpPr>
        <p:spPr>
          <a:xfrm>
            <a:off x="6966070" y="2991259"/>
            <a:ext cx="12065" cy="20526"/>
          </a:xfrm>
          <a:custGeom>
            <a:rect b="b" l="l" r="r" t="t"/>
            <a:pathLst>
              <a:path extrusionOk="0" h="1344" w="790">
                <a:moveTo>
                  <a:pt x="291" y="0"/>
                </a:moveTo>
                <a:lnTo>
                  <a:pt x="1" y="95"/>
                </a:lnTo>
                <a:lnTo>
                  <a:pt x="190" y="1343"/>
                </a:lnTo>
                <a:lnTo>
                  <a:pt x="790" y="1147"/>
                </a:lnTo>
                <a:lnTo>
                  <a:pt x="291" y="0"/>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6"/>
          <p:cNvSpPr/>
          <p:nvPr/>
        </p:nvSpPr>
        <p:spPr>
          <a:xfrm>
            <a:off x="6903484" y="2861459"/>
            <a:ext cx="33019" cy="35646"/>
          </a:xfrm>
          <a:custGeom>
            <a:rect b="b" l="l" r="r" t="t"/>
            <a:pathLst>
              <a:path extrusionOk="0" h="2334" w="2162">
                <a:moveTo>
                  <a:pt x="1313" y="0"/>
                </a:moveTo>
                <a:cubicBezTo>
                  <a:pt x="758" y="0"/>
                  <a:pt x="0" y="210"/>
                  <a:pt x="0" y="210"/>
                </a:cubicBezTo>
                <a:lnTo>
                  <a:pt x="1279" y="2333"/>
                </a:lnTo>
                <a:lnTo>
                  <a:pt x="2162" y="1206"/>
                </a:lnTo>
                <a:cubicBezTo>
                  <a:pt x="2162" y="1206"/>
                  <a:pt x="1971" y="34"/>
                  <a:pt x="1415" y="3"/>
                </a:cubicBezTo>
                <a:cubicBezTo>
                  <a:pt x="1382" y="1"/>
                  <a:pt x="1348" y="0"/>
                  <a:pt x="1313" y="0"/>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76"/>
          <p:cNvSpPr/>
          <p:nvPr/>
        </p:nvSpPr>
        <p:spPr>
          <a:xfrm>
            <a:off x="6934991" y="2860038"/>
            <a:ext cx="29537" cy="34470"/>
          </a:xfrm>
          <a:custGeom>
            <a:rect b="b" l="l" r="r" t="t"/>
            <a:pathLst>
              <a:path extrusionOk="0" h="2257" w="1934">
                <a:moveTo>
                  <a:pt x="544" y="0"/>
                </a:moveTo>
                <a:cubicBezTo>
                  <a:pt x="0" y="0"/>
                  <a:pt x="67" y="1330"/>
                  <a:pt x="67" y="1330"/>
                </a:cubicBezTo>
                <a:lnTo>
                  <a:pt x="1158" y="2256"/>
                </a:lnTo>
                <a:lnTo>
                  <a:pt x="1934" y="275"/>
                </a:lnTo>
                <a:cubicBezTo>
                  <a:pt x="1934" y="275"/>
                  <a:pt x="1637" y="40"/>
                  <a:pt x="555" y="0"/>
                </a:cubicBezTo>
                <a:cubicBezTo>
                  <a:pt x="551" y="0"/>
                  <a:pt x="547" y="0"/>
                  <a:pt x="544" y="0"/>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6"/>
          <p:cNvSpPr/>
          <p:nvPr/>
        </p:nvSpPr>
        <p:spPr>
          <a:xfrm>
            <a:off x="6911655" y="2834090"/>
            <a:ext cx="44718" cy="47665"/>
          </a:xfrm>
          <a:custGeom>
            <a:rect b="b" l="l" r="r" t="t"/>
            <a:pathLst>
              <a:path extrusionOk="0" h="3121" w="2928">
                <a:moveTo>
                  <a:pt x="310" y="1"/>
                </a:moveTo>
                <a:lnTo>
                  <a:pt x="310" y="1"/>
                </a:lnTo>
                <a:cubicBezTo>
                  <a:pt x="310" y="1"/>
                  <a:pt x="909" y="1243"/>
                  <a:pt x="242" y="2304"/>
                </a:cubicBezTo>
                <a:cubicBezTo>
                  <a:pt x="0" y="2688"/>
                  <a:pt x="542" y="3120"/>
                  <a:pt x="1509" y="3120"/>
                </a:cubicBezTo>
                <a:cubicBezTo>
                  <a:pt x="1731" y="3120"/>
                  <a:pt x="1975" y="3097"/>
                  <a:pt x="2236" y="3046"/>
                </a:cubicBezTo>
                <a:cubicBezTo>
                  <a:pt x="2561" y="2983"/>
                  <a:pt x="2928" y="2693"/>
                  <a:pt x="2722" y="2450"/>
                </a:cubicBezTo>
                <a:cubicBezTo>
                  <a:pt x="2426" y="2104"/>
                  <a:pt x="2207" y="1740"/>
                  <a:pt x="2201" y="1397"/>
                </a:cubicBezTo>
                <a:cubicBezTo>
                  <a:pt x="2196" y="1078"/>
                  <a:pt x="2009" y="753"/>
                  <a:pt x="2117" y="590"/>
                </a:cubicBezTo>
                <a:cubicBezTo>
                  <a:pt x="2223" y="427"/>
                  <a:pt x="310" y="1"/>
                  <a:pt x="310"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6"/>
          <p:cNvSpPr/>
          <p:nvPr/>
        </p:nvSpPr>
        <p:spPr>
          <a:xfrm>
            <a:off x="6914083" y="2833586"/>
            <a:ext cx="32958" cy="28712"/>
          </a:xfrm>
          <a:custGeom>
            <a:rect b="b" l="l" r="r" t="t"/>
            <a:pathLst>
              <a:path extrusionOk="0" h="1880" w="2158">
                <a:moveTo>
                  <a:pt x="1" y="1"/>
                </a:moveTo>
                <a:cubicBezTo>
                  <a:pt x="1" y="1"/>
                  <a:pt x="315" y="334"/>
                  <a:pt x="368" y="834"/>
                </a:cubicBezTo>
                <a:cubicBezTo>
                  <a:pt x="975" y="1385"/>
                  <a:pt x="1639" y="1669"/>
                  <a:pt x="2157" y="1879"/>
                </a:cubicBezTo>
                <a:cubicBezTo>
                  <a:pt x="2093" y="1740"/>
                  <a:pt x="2044" y="1554"/>
                  <a:pt x="2042" y="1430"/>
                </a:cubicBezTo>
                <a:cubicBezTo>
                  <a:pt x="2037" y="1113"/>
                  <a:pt x="1850" y="786"/>
                  <a:pt x="1958" y="623"/>
                </a:cubicBezTo>
                <a:cubicBezTo>
                  <a:pt x="2064" y="461"/>
                  <a:pt x="1" y="1"/>
                  <a:pt x="1" y="1"/>
                </a:cubicBez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76"/>
          <p:cNvSpPr/>
          <p:nvPr/>
        </p:nvSpPr>
        <p:spPr>
          <a:xfrm>
            <a:off x="6906447" y="2790014"/>
            <a:ext cx="63014" cy="66206"/>
          </a:xfrm>
          <a:custGeom>
            <a:rect b="b" l="l" r="r" t="t"/>
            <a:pathLst>
              <a:path extrusionOk="0" h="4335" w="4126">
                <a:moveTo>
                  <a:pt x="1835" y="1"/>
                </a:moveTo>
                <a:cubicBezTo>
                  <a:pt x="1183" y="1"/>
                  <a:pt x="554" y="432"/>
                  <a:pt x="421" y="753"/>
                </a:cubicBezTo>
                <a:cubicBezTo>
                  <a:pt x="1" y="1760"/>
                  <a:pt x="252" y="2683"/>
                  <a:pt x="355" y="2843"/>
                </a:cubicBezTo>
                <a:cubicBezTo>
                  <a:pt x="939" y="3764"/>
                  <a:pt x="2015" y="4335"/>
                  <a:pt x="2720" y="4335"/>
                </a:cubicBezTo>
                <a:cubicBezTo>
                  <a:pt x="2965" y="4335"/>
                  <a:pt x="3166" y="4266"/>
                  <a:pt x="3285" y="4119"/>
                </a:cubicBezTo>
                <a:cubicBezTo>
                  <a:pt x="4125" y="3081"/>
                  <a:pt x="3440" y="903"/>
                  <a:pt x="2637" y="272"/>
                </a:cubicBezTo>
                <a:cubicBezTo>
                  <a:pt x="2389" y="78"/>
                  <a:pt x="2110" y="1"/>
                  <a:pt x="1835"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6"/>
          <p:cNvSpPr/>
          <p:nvPr/>
        </p:nvSpPr>
        <p:spPr>
          <a:xfrm>
            <a:off x="6899437" y="2776803"/>
            <a:ext cx="61502" cy="67657"/>
          </a:xfrm>
          <a:custGeom>
            <a:rect b="b" l="l" r="r" t="t"/>
            <a:pathLst>
              <a:path extrusionOk="0" h="4430" w="4027">
                <a:moveTo>
                  <a:pt x="2431" y="1"/>
                </a:moveTo>
                <a:lnTo>
                  <a:pt x="2431" y="1"/>
                </a:lnTo>
                <a:cubicBezTo>
                  <a:pt x="2493" y="125"/>
                  <a:pt x="2567" y="242"/>
                  <a:pt x="2651" y="352"/>
                </a:cubicBezTo>
                <a:cubicBezTo>
                  <a:pt x="2333" y="299"/>
                  <a:pt x="2011" y="272"/>
                  <a:pt x="1689" y="272"/>
                </a:cubicBezTo>
                <a:cubicBezTo>
                  <a:pt x="1566" y="272"/>
                  <a:pt x="1443" y="276"/>
                  <a:pt x="1319" y="284"/>
                </a:cubicBezTo>
                <a:cubicBezTo>
                  <a:pt x="1357" y="341"/>
                  <a:pt x="1411" y="389"/>
                  <a:pt x="1475" y="415"/>
                </a:cubicBezTo>
                <a:lnTo>
                  <a:pt x="1475" y="415"/>
                </a:lnTo>
                <a:cubicBezTo>
                  <a:pt x="1456" y="407"/>
                  <a:pt x="1435" y="404"/>
                  <a:pt x="1412" y="404"/>
                </a:cubicBezTo>
                <a:cubicBezTo>
                  <a:pt x="1228" y="404"/>
                  <a:pt x="931" y="622"/>
                  <a:pt x="819" y="702"/>
                </a:cubicBezTo>
                <a:cubicBezTo>
                  <a:pt x="607" y="852"/>
                  <a:pt x="420" y="1032"/>
                  <a:pt x="264" y="1239"/>
                </a:cubicBezTo>
                <a:cubicBezTo>
                  <a:pt x="243" y="1267"/>
                  <a:pt x="223" y="1308"/>
                  <a:pt x="247" y="1334"/>
                </a:cubicBezTo>
                <a:cubicBezTo>
                  <a:pt x="260" y="1348"/>
                  <a:pt x="280" y="1350"/>
                  <a:pt x="297" y="1352"/>
                </a:cubicBezTo>
                <a:cubicBezTo>
                  <a:pt x="345" y="1355"/>
                  <a:pt x="393" y="1357"/>
                  <a:pt x="441" y="1357"/>
                </a:cubicBezTo>
                <a:cubicBezTo>
                  <a:pt x="501" y="1357"/>
                  <a:pt x="561" y="1354"/>
                  <a:pt x="621" y="1349"/>
                </a:cubicBezTo>
                <a:lnTo>
                  <a:pt x="621" y="1349"/>
                </a:lnTo>
                <a:cubicBezTo>
                  <a:pt x="380" y="1505"/>
                  <a:pt x="206" y="1753"/>
                  <a:pt x="103" y="2021"/>
                </a:cubicBezTo>
                <a:cubicBezTo>
                  <a:pt x="1" y="2290"/>
                  <a:pt x="67" y="2344"/>
                  <a:pt x="68" y="2632"/>
                </a:cubicBezTo>
                <a:cubicBezTo>
                  <a:pt x="70" y="2632"/>
                  <a:pt x="73" y="2632"/>
                  <a:pt x="75" y="2632"/>
                </a:cubicBezTo>
                <a:cubicBezTo>
                  <a:pt x="168" y="2632"/>
                  <a:pt x="173" y="2872"/>
                  <a:pt x="264" y="2907"/>
                </a:cubicBezTo>
                <a:cubicBezTo>
                  <a:pt x="311" y="2924"/>
                  <a:pt x="351" y="3193"/>
                  <a:pt x="364" y="3247"/>
                </a:cubicBezTo>
                <a:cubicBezTo>
                  <a:pt x="395" y="3379"/>
                  <a:pt x="466" y="3480"/>
                  <a:pt x="544" y="3589"/>
                </a:cubicBezTo>
                <a:cubicBezTo>
                  <a:pt x="696" y="3804"/>
                  <a:pt x="849" y="4018"/>
                  <a:pt x="1000" y="4234"/>
                </a:cubicBezTo>
                <a:cubicBezTo>
                  <a:pt x="1066" y="4327"/>
                  <a:pt x="1189" y="4430"/>
                  <a:pt x="1273" y="4430"/>
                </a:cubicBezTo>
                <a:cubicBezTo>
                  <a:pt x="1331" y="4430"/>
                  <a:pt x="1370" y="4381"/>
                  <a:pt x="1360" y="4245"/>
                </a:cubicBezTo>
                <a:cubicBezTo>
                  <a:pt x="1344" y="4065"/>
                  <a:pt x="1221" y="3904"/>
                  <a:pt x="1212" y="3724"/>
                </a:cubicBezTo>
                <a:cubicBezTo>
                  <a:pt x="1211" y="3708"/>
                  <a:pt x="1216" y="3701"/>
                  <a:pt x="1227" y="3701"/>
                </a:cubicBezTo>
                <a:cubicBezTo>
                  <a:pt x="1280" y="3701"/>
                  <a:pt x="1456" y="3868"/>
                  <a:pt x="1515" y="3868"/>
                </a:cubicBezTo>
                <a:cubicBezTo>
                  <a:pt x="1527" y="3868"/>
                  <a:pt x="1534" y="3861"/>
                  <a:pt x="1534" y="3845"/>
                </a:cubicBezTo>
                <a:cubicBezTo>
                  <a:pt x="1536" y="3728"/>
                  <a:pt x="1375" y="3490"/>
                  <a:pt x="1427" y="3386"/>
                </a:cubicBezTo>
                <a:cubicBezTo>
                  <a:pt x="1469" y="3302"/>
                  <a:pt x="1556" y="3192"/>
                  <a:pt x="1537" y="3097"/>
                </a:cubicBezTo>
                <a:cubicBezTo>
                  <a:pt x="1317" y="1914"/>
                  <a:pt x="1576" y="1686"/>
                  <a:pt x="1885" y="1686"/>
                </a:cubicBezTo>
                <a:cubicBezTo>
                  <a:pt x="2078" y="1686"/>
                  <a:pt x="2291" y="1775"/>
                  <a:pt x="2420" y="1775"/>
                </a:cubicBezTo>
                <a:cubicBezTo>
                  <a:pt x="2426" y="1775"/>
                  <a:pt x="2432" y="1775"/>
                  <a:pt x="2438" y="1775"/>
                </a:cubicBezTo>
                <a:cubicBezTo>
                  <a:pt x="2789" y="1748"/>
                  <a:pt x="2744" y="1433"/>
                  <a:pt x="3008" y="1433"/>
                </a:cubicBezTo>
                <a:cubicBezTo>
                  <a:pt x="3024" y="1433"/>
                  <a:pt x="3040" y="1435"/>
                  <a:pt x="3057" y="1437"/>
                </a:cubicBezTo>
                <a:cubicBezTo>
                  <a:pt x="3809" y="1530"/>
                  <a:pt x="4006" y="2861"/>
                  <a:pt x="4022" y="2861"/>
                </a:cubicBezTo>
                <a:cubicBezTo>
                  <a:pt x="4023" y="2861"/>
                  <a:pt x="4023" y="2858"/>
                  <a:pt x="4024" y="2852"/>
                </a:cubicBezTo>
                <a:cubicBezTo>
                  <a:pt x="4027" y="2624"/>
                  <a:pt x="3982" y="2399"/>
                  <a:pt x="3913" y="2178"/>
                </a:cubicBezTo>
                <a:cubicBezTo>
                  <a:pt x="3884" y="2080"/>
                  <a:pt x="3856" y="1972"/>
                  <a:pt x="3805" y="1883"/>
                </a:cubicBezTo>
                <a:cubicBezTo>
                  <a:pt x="3766" y="1818"/>
                  <a:pt x="3733" y="1804"/>
                  <a:pt x="3744" y="1711"/>
                </a:cubicBezTo>
                <a:cubicBezTo>
                  <a:pt x="3794" y="1286"/>
                  <a:pt x="3723" y="892"/>
                  <a:pt x="3429" y="562"/>
                </a:cubicBezTo>
                <a:cubicBezTo>
                  <a:pt x="3172" y="271"/>
                  <a:pt x="2807" y="90"/>
                  <a:pt x="2431" y="1"/>
                </a:cubicBez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6"/>
          <p:cNvSpPr/>
          <p:nvPr/>
        </p:nvSpPr>
        <p:spPr>
          <a:xfrm>
            <a:off x="6907638" y="2825308"/>
            <a:ext cx="26681" cy="14875"/>
          </a:xfrm>
          <a:custGeom>
            <a:rect b="b" l="l" r="r" t="t"/>
            <a:pathLst>
              <a:path extrusionOk="0" h="974" w="1747">
                <a:moveTo>
                  <a:pt x="431" y="1"/>
                </a:moveTo>
                <a:cubicBezTo>
                  <a:pt x="384" y="1"/>
                  <a:pt x="339" y="9"/>
                  <a:pt x="299" y="28"/>
                </a:cubicBezTo>
                <a:cubicBezTo>
                  <a:pt x="1" y="172"/>
                  <a:pt x="374" y="974"/>
                  <a:pt x="964" y="974"/>
                </a:cubicBezTo>
                <a:cubicBezTo>
                  <a:pt x="1005" y="974"/>
                  <a:pt x="1047" y="970"/>
                  <a:pt x="1089" y="962"/>
                </a:cubicBezTo>
                <a:cubicBezTo>
                  <a:pt x="1747" y="837"/>
                  <a:pt x="1377" y="550"/>
                  <a:pt x="1199" y="406"/>
                </a:cubicBezTo>
                <a:cubicBezTo>
                  <a:pt x="1199" y="406"/>
                  <a:pt x="755" y="1"/>
                  <a:pt x="431"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6"/>
          <p:cNvSpPr/>
          <p:nvPr/>
        </p:nvSpPr>
        <p:spPr>
          <a:xfrm>
            <a:off x="6929325" y="2823995"/>
            <a:ext cx="8308" cy="4750"/>
          </a:xfrm>
          <a:custGeom>
            <a:rect b="b" l="l" r="r" t="t"/>
            <a:pathLst>
              <a:path extrusionOk="0" h="311" w="544">
                <a:moveTo>
                  <a:pt x="477" y="1"/>
                </a:moveTo>
                <a:cubicBezTo>
                  <a:pt x="457" y="1"/>
                  <a:pt x="439" y="11"/>
                  <a:pt x="432" y="36"/>
                </a:cubicBezTo>
                <a:cubicBezTo>
                  <a:pt x="406" y="134"/>
                  <a:pt x="357" y="212"/>
                  <a:pt x="248" y="212"/>
                </a:cubicBezTo>
                <a:cubicBezTo>
                  <a:pt x="243" y="212"/>
                  <a:pt x="237" y="211"/>
                  <a:pt x="231" y="211"/>
                </a:cubicBezTo>
                <a:cubicBezTo>
                  <a:pt x="200" y="208"/>
                  <a:pt x="170" y="198"/>
                  <a:pt x="141" y="190"/>
                </a:cubicBezTo>
                <a:cubicBezTo>
                  <a:pt x="135" y="188"/>
                  <a:pt x="110" y="177"/>
                  <a:pt x="109" y="177"/>
                </a:cubicBezTo>
                <a:lnTo>
                  <a:pt x="109" y="177"/>
                </a:lnTo>
                <a:cubicBezTo>
                  <a:pt x="108" y="177"/>
                  <a:pt x="109" y="178"/>
                  <a:pt x="113" y="180"/>
                </a:cubicBezTo>
                <a:cubicBezTo>
                  <a:pt x="104" y="175"/>
                  <a:pt x="95" y="173"/>
                  <a:pt x="87" y="173"/>
                </a:cubicBezTo>
                <a:cubicBezTo>
                  <a:pt x="38" y="173"/>
                  <a:pt x="1" y="239"/>
                  <a:pt x="54" y="265"/>
                </a:cubicBezTo>
                <a:cubicBezTo>
                  <a:pt x="116" y="296"/>
                  <a:pt x="179" y="311"/>
                  <a:pt x="238" y="311"/>
                </a:cubicBezTo>
                <a:cubicBezTo>
                  <a:pt x="376" y="311"/>
                  <a:pt x="492" y="228"/>
                  <a:pt x="533" y="69"/>
                </a:cubicBezTo>
                <a:cubicBezTo>
                  <a:pt x="544" y="29"/>
                  <a:pt x="509" y="1"/>
                  <a:pt x="477" y="1"/>
                </a:cubicBezTo>
                <a:close/>
              </a:path>
            </a:pathLst>
          </a:custGeom>
          <a:solidFill>
            <a:srgbClr val="20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6"/>
          <p:cNvSpPr/>
          <p:nvPr/>
        </p:nvSpPr>
        <p:spPr>
          <a:xfrm>
            <a:off x="6946155" y="2818757"/>
            <a:ext cx="8598" cy="4368"/>
          </a:xfrm>
          <a:custGeom>
            <a:rect b="b" l="l" r="r" t="t"/>
            <a:pathLst>
              <a:path extrusionOk="0" h="286" w="563">
                <a:moveTo>
                  <a:pt x="494" y="1"/>
                </a:moveTo>
                <a:cubicBezTo>
                  <a:pt x="474" y="1"/>
                  <a:pt x="455" y="10"/>
                  <a:pt x="446" y="33"/>
                </a:cubicBezTo>
                <a:cubicBezTo>
                  <a:pt x="414" y="116"/>
                  <a:pt x="368" y="180"/>
                  <a:pt x="292" y="180"/>
                </a:cubicBezTo>
                <a:cubicBezTo>
                  <a:pt x="271" y="180"/>
                  <a:pt x="248" y="175"/>
                  <a:pt x="222" y="164"/>
                </a:cubicBezTo>
                <a:cubicBezTo>
                  <a:pt x="186" y="151"/>
                  <a:pt x="149" y="127"/>
                  <a:pt x="119" y="101"/>
                </a:cubicBezTo>
                <a:cubicBezTo>
                  <a:pt x="108" y="91"/>
                  <a:pt x="96" y="87"/>
                  <a:pt x="83" y="87"/>
                </a:cubicBezTo>
                <a:cubicBezTo>
                  <a:pt x="40" y="87"/>
                  <a:pt x="0" y="135"/>
                  <a:pt x="39" y="170"/>
                </a:cubicBezTo>
                <a:cubicBezTo>
                  <a:pt x="99" y="224"/>
                  <a:pt x="175" y="271"/>
                  <a:pt x="258" y="282"/>
                </a:cubicBezTo>
                <a:cubicBezTo>
                  <a:pt x="272" y="284"/>
                  <a:pt x="285" y="285"/>
                  <a:pt x="297" y="285"/>
                </a:cubicBezTo>
                <a:cubicBezTo>
                  <a:pt x="426" y="285"/>
                  <a:pt x="503" y="181"/>
                  <a:pt x="547" y="68"/>
                </a:cubicBezTo>
                <a:cubicBezTo>
                  <a:pt x="562" y="29"/>
                  <a:pt x="528" y="1"/>
                  <a:pt x="494" y="1"/>
                </a:cubicBezTo>
                <a:close/>
              </a:path>
            </a:pathLst>
          </a:custGeom>
          <a:solidFill>
            <a:srgbClr val="20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6"/>
          <p:cNvSpPr/>
          <p:nvPr/>
        </p:nvSpPr>
        <p:spPr>
          <a:xfrm>
            <a:off x="6942963" y="2809837"/>
            <a:ext cx="9286" cy="6124"/>
          </a:xfrm>
          <a:custGeom>
            <a:rect b="b" l="l" r="r" t="t"/>
            <a:pathLst>
              <a:path extrusionOk="0" h="401" w="608">
                <a:moveTo>
                  <a:pt x="438" y="0"/>
                </a:moveTo>
                <a:cubicBezTo>
                  <a:pt x="244" y="0"/>
                  <a:pt x="88" y="119"/>
                  <a:pt x="18" y="311"/>
                </a:cubicBezTo>
                <a:cubicBezTo>
                  <a:pt x="1" y="361"/>
                  <a:pt x="44" y="401"/>
                  <a:pt x="84" y="401"/>
                </a:cubicBezTo>
                <a:cubicBezTo>
                  <a:pt x="106" y="401"/>
                  <a:pt x="127" y="389"/>
                  <a:pt x="137" y="362"/>
                </a:cubicBezTo>
                <a:cubicBezTo>
                  <a:pt x="188" y="219"/>
                  <a:pt x="298" y="131"/>
                  <a:pt x="440" y="131"/>
                </a:cubicBezTo>
                <a:cubicBezTo>
                  <a:pt x="463" y="131"/>
                  <a:pt x="486" y="133"/>
                  <a:pt x="510" y="137"/>
                </a:cubicBezTo>
                <a:cubicBezTo>
                  <a:pt x="514" y="138"/>
                  <a:pt x="518" y="138"/>
                  <a:pt x="522" y="138"/>
                </a:cubicBezTo>
                <a:cubicBezTo>
                  <a:pt x="594" y="138"/>
                  <a:pt x="607" y="24"/>
                  <a:pt x="531" y="9"/>
                </a:cubicBezTo>
                <a:cubicBezTo>
                  <a:pt x="499" y="3"/>
                  <a:pt x="468" y="0"/>
                  <a:pt x="438" y="0"/>
                </a:cubicBezTo>
                <a:close/>
              </a:path>
            </a:pathLst>
          </a:custGeom>
          <a:solidFill>
            <a:srgbClr val="4D2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76"/>
          <p:cNvSpPr/>
          <p:nvPr/>
        </p:nvSpPr>
        <p:spPr>
          <a:xfrm>
            <a:off x="6926652" y="2816298"/>
            <a:ext cx="10294" cy="4734"/>
          </a:xfrm>
          <a:custGeom>
            <a:rect b="b" l="l" r="r" t="t"/>
            <a:pathLst>
              <a:path extrusionOk="0" h="310" w="674">
                <a:moveTo>
                  <a:pt x="402" y="0"/>
                </a:moveTo>
                <a:cubicBezTo>
                  <a:pt x="260" y="0"/>
                  <a:pt x="128" y="73"/>
                  <a:pt x="35" y="203"/>
                </a:cubicBezTo>
                <a:cubicBezTo>
                  <a:pt x="0" y="252"/>
                  <a:pt x="45" y="309"/>
                  <a:pt x="90" y="309"/>
                </a:cubicBezTo>
                <a:cubicBezTo>
                  <a:pt x="107" y="309"/>
                  <a:pt x="123" y="302"/>
                  <a:pt x="136" y="285"/>
                </a:cubicBezTo>
                <a:cubicBezTo>
                  <a:pt x="206" y="186"/>
                  <a:pt x="302" y="130"/>
                  <a:pt x="406" y="130"/>
                </a:cubicBezTo>
                <a:cubicBezTo>
                  <a:pt x="455" y="130"/>
                  <a:pt x="506" y="142"/>
                  <a:pt x="557" y="167"/>
                </a:cubicBezTo>
                <a:cubicBezTo>
                  <a:pt x="567" y="173"/>
                  <a:pt x="576" y="175"/>
                  <a:pt x="585" y="175"/>
                </a:cubicBezTo>
                <a:cubicBezTo>
                  <a:pt x="642" y="175"/>
                  <a:pt x="673" y="83"/>
                  <a:pt x="610" y="51"/>
                </a:cubicBezTo>
                <a:cubicBezTo>
                  <a:pt x="540" y="17"/>
                  <a:pt x="470" y="0"/>
                  <a:pt x="402" y="0"/>
                </a:cubicBezTo>
                <a:close/>
              </a:path>
            </a:pathLst>
          </a:custGeom>
          <a:solidFill>
            <a:srgbClr val="4D2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6"/>
          <p:cNvSpPr/>
          <p:nvPr/>
        </p:nvSpPr>
        <p:spPr>
          <a:xfrm>
            <a:off x="6940122" y="2818405"/>
            <a:ext cx="12203" cy="17090"/>
          </a:xfrm>
          <a:custGeom>
            <a:rect b="b" l="l" r="r" t="t"/>
            <a:pathLst>
              <a:path extrusionOk="0" h="1119" w="799">
                <a:moveTo>
                  <a:pt x="70" y="1"/>
                </a:moveTo>
                <a:cubicBezTo>
                  <a:pt x="49" y="1"/>
                  <a:pt x="27" y="11"/>
                  <a:pt x="23" y="34"/>
                </a:cubicBezTo>
                <a:cubicBezTo>
                  <a:pt x="0" y="173"/>
                  <a:pt x="5" y="328"/>
                  <a:pt x="70" y="454"/>
                </a:cubicBezTo>
                <a:cubicBezTo>
                  <a:pt x="173" y="654"/>
                  <a:pt x="799" y="839"/>
                  <a:pt x="310" y="1048"/>
                </a:cubicBezTo>
                <a:cubicBezTo>
                  <a:pt x="264" y="1068"/>
                  <a:pt x="283" y="1118"/>
                  <a:pt x="323" y="1118"/>
                </a:cubicBezTo>
                <a:cubicBezTo>
                  <a:pt x="330" y="1118"/>
                  <a:pt x="337" y="1117"/>
                  <a:pt x="344" y="1114"/>
                </a:cubicBezTo>
                <a:cubicBezTo>
                  <a:pt x="562" y="1021"/>
                  <a:pt x="687" y="892"/>
                  <a:pt x="524" y="724"/>
                </a:cubicBezTo>
                <a:cubicBezTo>
                  <a:pt x="405" y="602"/>
                  <a:pt x="210" y="553"/>
                  <a:pt x="140" y="394"/>
                </a:cubicBezTo>
                <a:cubicBezTo>
                  <a:pt x="93" y="288"/>
                  <a:pt x="93" y="155"/>
                  <a:pt x="111" y="39"/>
                </a:cubicBezTo>
                <a:cubicBezTo>
                  <a:pt x="116" y="14"/>
                  <a:pt x="94" y="1"/>
                  <a:pt x="70" y="1"/>
                </a:cubicBez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76"/>
          <p:cNvSpPr/>
          <p:nvPr/>
        </p:nvSpPr>
        <p:spPr>
          <a:xfrm>
            <a:off x="6939313" y="2838901"/>
            <a:ext cx="11454" cy="6781"/>
          </a:xfrm>
          <a:custGeom>
            <a:rect b="b" l="l" r="r" t="t"/>
            <a:pathLst>
              <a:path extrusionOk="0" h="444" w="750">
                <a:moveTo>
                  <a:pt x="741" y="0"/>
                </a:moveTo>
                <a:lnTo>
                  <a:pt x="0" y="42"/>
                </a:lnTo>
                <a:cubicBezTo>
                  <a:pt x="0" y="42"/>
                  <a:pt x="20" y="444"/>
                  <a:pt x="337" y="444"/>
                </a:cubicBezTo>
                <a:cubicBezTo>
                  <a:pt x="353" y="444"/>
                  <a:pt x="369" y="443"/>
                  <a:pt x="386" y="441"/>
                </a:cubicBezTo>
                <a:cubicBezTo>
                  <a:pt x="750" y="398"/>
                  <a:pt x="741" y="0"/>
                  <a:pt x="741" y="0"/>
                </a:cubicBezTo>
                <a:close/>
              </a:path>
            </a:pathLst>
          </a:custGeom>
          <a:solidFill>
            <a:srgbClr val="FA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76"/>
          <p:cNvSpPr/>
          <p:nvPr/>
        </p:nvSpPr>
        <p:spPr>
          <a:xfrm>
            <a:off x="6927920" y="2833235"/>
            <a:ext cx="7652" cy="7652"/>
          </a:xfrm>
          <a:custGeom>
            <a:rect b="b" l="l" r="r" t="t"/>
            <a:pathLst>
              <a:path extrusionOk="0" h="501" w="501">
                <a:moveTo>
                  <a:pt x="251" y="1"/>
                </a:moveTo>
                <a:cubicBezTo>
                  <a:pt x="113" y="1"/>
                  <a:pt x="1" y="113"/>
                  <a:pt x="1" y="251"/>
                </a:cubicBezTo>
                <a:cubicBezTo>
                  <a:pt x="1" y="389"/>
                  <a:pt x="113" y="501"/>
                  <a:pt x="251" y="501"/>
                </a:cubicBezTo>
                <a:cubicBezTo>
                  <a:pt x="389" y="501"/>
                  <a:pt x="501" y="389"/>
                  <a:pt x="501" y="251"/>
                </a:cubicBezTo>
                <a:cubicBezTo>
                  <a:pt x="501" y="113"/>
                  <a:pt x="389" y="1"/>
                  <a:pt x="251" y="1"/>
                </a:cubicBezTo>
                <a:close/>
              </a:path>
            </a:pathLst>
          </a:custGeom>
          <a:solidFill>
            <a:srgbClr val="DEA2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6"/>
          <p:cNvSpPr/>
          <p:nvPr/>
        </p:nvSpPr>
        <p:spPr>
          <a:xfrm>
            <a:off x="6953287" y="2825202"/>
            <a:ext cx="7743" cy="7743"/>
          </a:xfrm>
          <a:custGeom>
            <a:rect b="b" l="l" r="r" t="t"/>
            <a:pathLst>
              <a:path extrusionOk="0" h="507" w="507">
                <a:moveTo>
                  <a:pt x="254" y="0"/>
                </a:moveTo>
                <a:cubicBezTo>
                  <a:pt x="114" y="0"/>
                  <a:pt x="1" y="113"/>
                  <a:pt x="1" y="253"/>
                </a:cubicBezTo>
                <a:cubicBezTo>
                  <a:pt x="1" y="393"/>
                  <a:pt x="114" y="506"/>
                  <a:pt x="254" y="506"/>
                </a:cubicBezTo>
                <a:cubicBezTo>
                  <a:pt x="394" y="506"/>
                  <a:pt x="507" y="393"/>
                  <a:pt x="507" y="253"/>
                </a:cubicBezTo>
                <a:cubicBezTo>
                  <a:pt x="507" y="113"/>
                  <a:pt x="394" y="0"/>
                  <a:pt x="254" y="0"/>
                </a:cubicBezTo>
                <a:close/>
              </a:path>
            </a:pathLst>
          </a:custGeom>
          <a:solidFill>
            <a:srgbClr val="DEA2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76"/>
          <p:cNvSpPr/>
          <p:nvPr/>
        </p:nvSpPr>
        <p:spPr>
          <a:xfrm>
            <a:off x="6936488" y="2862253"/>
            <a:ext cx="26009" cy="32256"/>
          </a:xfrm>
          <a:custGeom>
            <a:rect b="b" l="l" r="r" t="t"/>
            <a:pathLst>
              <a:path extrusionOk="0" h="2112" w="1703">
                <a:moveTo>
                  <a:pt x="927" y="0"/>
                </a:moveTo>
                <a:lnTo>
                  <a:pt x="1" y="1276"/>
                </a:lnTo>
                <a:lnTo>
                  <a:pt x="1061" y="2111"/>
                </a:lnTo>
                <a:lnTo>
                  <a:pt x="1702" y="471"/>
                </a:lnTo>
                <a:lnTo>
                  <a:pt x="927" y="0"/>
                </a:ln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6"/>
          <p:cNvSpPr/>
          <p:nvPr/>
        </p:nvSpPr>
        <p:spPr>
          <a:xfrm>
            <a:off x="6907882" y="2865979"/>
            <a:ext cx="28621" cy="31339"/>
          </a:xfrm>
          <a:custGeom>
            <a:rect b="b" l="l" r="r" t="t"/>
            <a:pathLst>
              <a:path extrusionOk="0" h="2052" w="1874">
                <a:moveTo>
                  <a:pt x="477" y="0"/>
                </a:moveTo>
                <a:lnTo>
                  <a:pt x="0" y="392"/>
                </a:lnTo>
                <a:lnTo>
                  <a:pt x="988" y="2052"/>
                </a:lnTo>
                <a:lnTo>
                  <a:pt x="1874" y="1032"/>
                </a:lnTo>
                <a:lnTo>
                  <a:pt x="477" y="0"/>
                </a:ln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76"/>
          <p:cNvSpPr/>
          <p:nvPr/>
        </p:nvSpPr>
        <p:spPr>
          <a:xfrm>
            <a:off x="6929752" y="2881725"/>
            <a:ext cx="15227" cy="16907"/>
          </a:xfrm>
          <a:custGeom>
            <a:rect b="b" l="l" r="r" t="t"/>
            <a:pathLst>
              <a:path extrusionOk="0" h="1107" w="997">
                <a:moveTo>
                  <a:pt x="442" y="1"/>
                </a:moveTo>
                <a:lnTo>
                  <a:pt x="0" y="512"/>
                </a:lnTo>
                <a:lnTo>
                  <a:pt x="506" y="1107"/>
                </a:lnTo>
                <a:lnTo>
                  <a:pt x="996" y="438"/>
                </a:lnTo>
                <a:lnTo>
                  <a:pt x="442" y="1"/>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6"/>
          <p:cNvSpPr/>
          <p:nvPr/>
        </p:nvSpPr>
        <p:spPr>
          <a:xfrm>
            <a:off x="6925705" y="2893195"/>
            <a:ext cx="29949" cy="82472"/>
          </a:xfrm>
          <a:custGeom>
            <a:rect b="b" l="l" r="r" t="t"/>
            <a:pathLst>
              <a:path extrusionOk="0" h="5400" w="1961">
                <a:moveTo>
                  <a:pt x="1032" y="0"/>
                </a:moveTo>
                <a:lnTo>
                  <a:pt x="518" y="57"/>
                </a:lnTo>
                <a:lnTo>
                  <a:pt x="1" y="4032"/>
                </a:lnTo>
                <a:lnTo>
                  <a:pt x="1032" y="5399"/>
                </a:lnTo>
                <a:lnTo>
                  <a:pt x="1960" y="3881"/>
                </a:lnTo>
                <a:lnTo>
                  <a:pt x="1032" y="0"/>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6"/>
          <p:cNvSpPr/>
          <p:nvPr/>
        </p:nvSpPr>
        <p:spPr>
          <a:xfrm>
            <a:off x="6935938" y="2994070"/>
            <a:ext cx="27139" cy="19686"/>
          </a:xfrm>
          <a:custGeom>
            <a:rect b="b" l="l" r="r" t="t"/>
            <a:pathLst>
              <a:path extrusionOk="0" h="1289" w="1777">
                <a:moveTo>
                  <a:pt x="1699" y="1"/>
                </a:moveTo>
                <a:lnTo>
                  <a:pt x="1" y="114"/>
                </a:lnTo>
                <a:lnTo>
                  <a:pt x="79" y="1289"/>
                </a:lnTo>
                <a:lnTo>
                  <a:pt x="1777" y="1176"/>
                </a:lnTo>
                <a:lnTo>
                  <a:pt x="1699" y="1"/>
                </a:lnTo>
                <a:close/>
              </a:path>
            </a:pathLst>
          </a:custGeom>
          <a:solidFill>
            <a:srgbClr val="A1C3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6"/>
          <p:cNvSpPr/>
          <p:nvPr/>
        </p:nvSpPr>
        <p:spPr>
          <a:xfrm>
            <a:off x="6939374" y="2998117"/>
            <a:ext cx="20419" cy="12691"/>
          </a:xfrm>
          <a:custGeom>
            <a:rect b="b" l="l" r="r" t="t"/>
            <a:pathLst>
              <a:path extrusionOk="0" h="831" w="1337">
                <a:moveTo>
                  <a:pt x="1287" y="0"/>
                </a:moveTo>
                <a:lnTo>
                  <a:pt x="1" y="86"/>
                </a:lnTo>
                <a:lnTo>
                  <a:pt x="50" y="831"/>
                </a:lnTo>
                <a:lnTo>
                  <a:pt x="1337" y="746"/>
                </a:lnTo>
                <a:lnTo>
                  <a:pt x="1287" y="0"/>
                </a:ln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6"/>
          <p:cNvSpPr/>
          <p:nvPr/>
        </p:nvSpPr>
        <p:spPr>
          <a:xfrm>
            <a:off x="6896871" y="2913186"/>
            <a:ext cx="24299" cy="22435"/>
          </a:xfrm>
          <a:custGeom>
            <a:rect b="b" l="l" r="r" t="t"/>
            <a:pathLst>
              <a:path extrusionOk="0" h="1469" w="1591">
                <a:moveTo>
                  <a:pt x="86" y="1"/>
                </a:moveTo>
                <a:cubicBezTo>
                  <a:pt x="0" y="1127"/>
                  <a:pt x="378" y="1468"/>
                  <a:pt x="781" y="1468"/>
                </a:cubicBezTo>
                <a:cubicBezTo>
                  <a:pt x="890" y="1468"/>
                  <a:pt x="1001" y="1443"/>
                  <a:pt x="1105" y="1402"/>
                </a:cubicBezTo>
                <a:cubicBezTo>
                  <a:pt x="1590" y="1206"/>
                  <a:pt x="1479" y="1"/>
                  <a:pt x="1479" y="1"/>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76"/>
          <p:cNvSpPr/>
          <p:nvPr/>
        </p:nvSpPr>
        <p:spPr>
          <a:xfrm>
            <a:off x="6957075" y="2912957"/>
            <a:ext cx="24299" cy="22420"/>
          </a:xfrm>
          <a:custGeom>
            <a:rect b="b" l="l" r="r" t="t"/>
            <a:pathLst>
              <a:path extrusionOk="0" h="1468" w="1591">
                <a:moveTo>
                  <a:pt x="85" y="0"/>
                </a:moveTo>
                <a:cubicBezTo>
                  <a:pt x="1" y="1126"/>
                  <a:pt x="378" y="1468"/>
                  <a:pt x="780" y="1468"/>
                </a:cubicBezTo>
                <a:cubicBezTo>
                  <a:pt x="889" y="1468"/>
                  <a:pt x="1000" y="1442"/>
                  <a:pt x="1104" y="1401"/>
                </a:cubicBezTo>
                <a:cubicBezTo>
                  <a:pt x="1590" y="1205"/>
                  <a:pt x="1478" y="0"/>
                  <a:pt x="1478" y="0"/>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6"/>
          <p:cNvSpPr/>
          <p:nvPr/>
        </p:nvSpPr>
        <p:spPr>
          <a:xfrm>
            <a:off x="6897268" y="2989732"/>
            <a:ext cx="22267" cy="35279"/>
          </a:xfrm>
          <a:custGeom>
            <a:rect b="b" l="l" r="r" t="t"/>
            <a:pathLst>
              <a:path extrusionOk="0" h="2310" w="1458">
                <a:moveTo>
                  <a:pt x="303" y="1"/>
                </a:moveTo>
                <a:cubicBezTo>
                  <a:pt x="299" y="1"/>
                  <a:pt x="296" y="4"/>
                  <a:pt x="296" y="8"/>
                </a:cubicBezTo>
                <a:lnTo>
                  <a:pt x="1" y="2144"/>
                </a:lnTo>
                <a:cubicBezTo>
                  <a:pt x="1" y="2148"/>
                  <a:pt x="3" y="2151"/>
                  <a:pt x="7" y="2151"/>
                </a:cubicBezTo>
                <a:lnTo>
                  <a:pt x="1154" y="2310"/>
                </a:lnTo>
                <a:cubicBezTo>
                  <a:pt x="1158" y="2310"/>
                  <a:pt x="1162" y="2307"/>
                  <a:pt x="1162" y="2304"/>
                </a:cubicBezTo>
                <a:lnTo>
                  <a:pt x="1457" y="167"/>
                </a:lnTo>
                <a:cubicBezTo>
                  <a:pt x="1457" y="164"/>
                  <a:pt x="1454" y="159"/>
                  <a:pt x="1450" y="159"/>
                </a:cubicBezTo>
                <a:lnTo>
                  <a:pt x="303" y="1"/>
                </a:ln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6"/>
          <p:cNvSpPr/>
          <p:nvPr/>
        </p:nvSpPr>
        <p:spPr>
          <a:xfrm>
            <a:off x="6912999" y="2978232"/>
            <a:ext cx="4444" cy="19717"/>
          </a:xfrm>
          <a:custGeom>
            <a:rect b="b" l="l" r="r" t="t"/>
            <a:pathLst>
              <a:path extrusionOk="0" h="1291" w="291">
                <a:moveTo>
                  <a:pt x="179" y="1"/>
                </a:moveTo>
                <a:cubicBezTo>
                  <a:pt x="178" y="1"/>
                  <a:pt x="178" y="1"/>
                  <a:pt x="178" y="1"/>
                </a:cubicBezTo>
                <a:lnTo>
                  <a:pt x="2" y="1274"/>
                </a:lnTo>
                <a:cubicBezTo>
                  <a:pt x="0" y="1275"/>
                  <a:pt x="2" y="1275"/>
                  <a:pt x="2" y="1275"/>
                </a:cubicBezTo>
                <a:lnTo>
                  <a:pt x="112" y="1291"/>
                </a:lnTo>
                <a:lnTo>
                  <a:pt x="289" y="19"/>
                </a:lnTo>
                <a:cubicBezTo>
                  <a:pt x="290" y="17"/>
                  <a:pt x="289" y="17"/>
                  <a:pt x="289" y="17"/>
                </a:cubicBezTo>
                <a:lnTo>
                  <a:pt x="180" y="1"/>
                </a:lnTo>
                <a:cubicBezTo>
                  <a:pt x="179" y="1"/>
                  <a:pt x="179" y="1"/>
                  <a:pt x="179" y="1"/>
                </a:cubicBez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6"/>
          <p:cNvSpPr/>
          <p:nvPr/>
        </p:nvSpPr>
        <p:spPr>
          <a:xfrm>
            <a:off x="6903026" y="2995078"/>
            <a:ext cx="12386" cy="12355"/>
          </a:xfrm>
          <a:custGeom>
            <a:rect b="b" l="l" r="r" t="t"/>
            <a:pathLst>
              <a:path extrusionOk="0" h="809" w="811">
                <a:moveTo>
                  <a:pt x="406" y="0"/>
                </a:moveTo>
                <a:cubicBezTo>
                  <a:pt x="182" y="0"/>
                  <a:pt x="1" y="181"/>
                  <a:pt x="1" y="405"/>
                </a:cubicBezTo>
                <a:cubicBezTo>
                  <a:pt x="1" y="628"/>
                  <a:pt x="182" y="809"/>
                  <a:pt x="406" y="809"/>
                </a:cubicBezTo>
                <a:cubicBezTo>
                  <a:pt x="629" y="809"/>
                  <a:pt x="811" y="628"/>
                  <a:pt x="811" y="405"/>
                </a:cubicBezTo>
                <a:cubicBezTo>
                  <a:pt x="811" y="181"/>
                  <a:pt x="629" y="0"/>
                  <a:pt x="406" y="0"/>
                </a:cubicBezTo>
                <a:close/>
              </a:path>
            </a:pathLst>
          </a:custGeom>
          <a:solidFill>
            <a:srgbClr val="4A49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6"/>
          <p:cNvSpPr/>
          <p:nvPr/>
        </p:nvSpPr>
        <p:spPr>
          <a:xfrm>
            <a:off x="6901926" y="3007876"/>
            <a:ext cx="12386" cy="2719"/>
          </a:xfrm>
          <a:custGeom>
            <a:rect b="b" l="l" r="r" t="t"/>
            <a:pathLst>
              <a:path extrusionOk="0" h="178" w="811">
                <a:moveTo>
                  <a:pt x="10" y="0"/>
                </a:moveTo>
                <a:lnTo>
                  <a:pt x="0" y="67"/>
                </a:lnTo>
                <a:lnTo>
                  <a:pt x="801" y="177"/>
                </a:lnTo>
                <a:lnTo>
                  <a:pt x="810" y="111"/>
                </a:lnTo>
                <a:lnTo>
                  <a:pt x="10" y="0"/>
                </a:lnTo>
                <a:close/>
              </a:path>
            </a:pathLst>
          </a:custGeom>
          <a:solidFill>
            <a:srgbClr val="4A49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6"/>
          <p:cNvSpPr/>
          <p:nvPr/>
        </p:nvSpPr>
        <p:spPr>
          <a:xfrm>
            <a:off x="6884958" y="2765562"/>
            <a:ext cx="82151" cy="52140"/>
          </a:xfrm>
          <a:custGeom>
            <a:rect b="b" l="l" r="r" t="t"/>
            <a:pathLst>
              <a:path extrusionOk="0" h="3414" w="5379">
                <a:moveTo>
                  <a:pt x="3498" y="0"/>
                </a:moveTo>
                <a:cubicBezTo>
                  <a:pt x="2696" y="0"/>
                  <a:pt x="1404" y="1095"/>
                  <a:pt x="710" y="1861"/>
                </a:cubicBezTo>
                <a:cubicBezTo>
                  <a:pt x="1" y="2643"/>
                  <a:pt x="1038" y="3414"/>
                  <a:pt x="1038" y="3414"/>
                </a:cubicBezTo>
                <a:lnTo>
                  <a:pt x="4773" y="2234"/>
                </a:lnTo>
                <a:cubicBezTo>
                  <a:pt x="5379" y="1380"/>
                  <a:pt x="4375" y="88"/>
                  <a:pt x="3582" y="5"/>
                </a:cubicBezTo>
                <a:cubicBezTo>
                  <a:pt x="3555" y="2"/>
                  <a:pt x="3527" y="0"/>
                  <a:pt x="3498" y="0"/>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6"/>
          <p:cNvSpPr/>
          <p:nvPr/>
        </p:nvSpPr>
        <p:spPr>
          <a:xfrm>
            <a:off x="6914846" y="2794412"/>
            <a:ext cx="68650" cy="25688"/>
          </a:xfrm>
          <a:custGeom>
            <a:rect b="b" l="l" r="r" t="t"/>
            <a:pathLst>
              <a:path extrusionOk="0" h="1682" w="4495">
                <a:moveTo>
                  <a:pt x="1743" y="0"/>
                </a:moveTo>
                <a:cubicBezTo>
                  <a:pt x="585" y="0"/>
                  <a:pt x="0" y="940"/>
                  <a:pt x="0" y="940"/>
                </a:cubicBezTo>
                <a:cubicBezTo>
                  <a:pt x="0" y="940"/>
                  <a:pt x="771" y="1681"/>
                  <a:pt x="1846" y="1681"/>
                </a:cubicBezTo>
                <a:cubicBezTo>
                  <a:pt x="1982" y="1681"/>
                  <a:pt x="2122" y="1670"/>
                  <a:pt x="2267" y="1643"/>
                </a:cubicBezTo>
                <a:cubicBezTo>
                  <a:pt x="3556" y="1407"/>
                  <a:pt x="4494" y="916"/>
                  <a:pt x="2700" y="199"/>
                </a:cubicBezTo>
                <a:cubicBezTo>
                  <a:pt x="2347" y="57"/>
                  <a:pt x="2027" y="0"/>
                  <a:pt x="1743" y="0"/>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6"/>
          <p:cNvSpPr/>
          <p:nvPr/>
        </p:nvSpPr>
        <p:spPr>
          <a:xfrm>
            <a:off x="6900796" y="2793145"/>
            <a:ext cx="59746" cy="24558"/>
          </a:xfrm>
          <a:custGeom>
            <a:rect b="b" l="l" r="r" t="t"/>
            <a:pathLst>
              <a:path extrusionOk="0" h="1608" w="3912">
                <a:moveTo>
                  <a:pt x="3912" y="1"/>
                </a:moveTo>
                <a:lnTo>
                  <a:pt x="1" y="1608"/>
                </a:lnTo>
                <a:lnTo>
                  <a:pt x="3826" y="368"/>
                </a:lnTo>
                <a:lnTo>
                  <a:pt x="3912" y="1"/>
                </a:lnTo>
                <a:close/>
              </a:path>
            </a:pathLst>
          </a:custGeom>
          <a:solidFill>
            <a:srgbClr val="1424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6"/>
          <p:cNvSpPr/>
          <p:nvPr/>
        </p:nvSpPr>
        <p:spPr>
          <a:xfrm>
            <a:off x="6933968" y="2775535"/>
            <a:ext cx="24161" cy="20465"/>
          </a:xfrm>
          <a:custGeom>
            <a:rect b="b" l="l" r="r" t="t"/>
            <a:pathLst>
              <a:path extrusionOk="0" h="1340" w="1582">
                <a:moveTo>
                  <a:pt x="252" y="1"/>
                </a:moveTo>
                <a:cubicBezTo>
                  <a:pt x="252" y="1"/>
                  <a:pt x="252" y="1"/>
                  <a:pt x="252" y="1"/>
                </a:cubicBezTo>
                <a:cubicBezTo>
                  <a:pt x="252" y="1"/>
                  <a:pt x="252" y="1"/>
                  <a:pt x="252" y="1"/>
                </a:cubicBezTo>
                <a:lnTo>
                  <a:pt x="252" y="1"/>
                </a:lnTo>
                <a:cubicBezTo>
                  <a:pt x="252" y="1"/>
                  <a:pt x="252" y="1"/>
                  <a:pt x="252" y="1"/>
                </a:cubicBezTo>
                <a:close/>
                <a:moveTo>
                  <a:pt x="252" y="1"/>
                </a:moveTo>
                <a:lnTo>
                  <a:pt x="252" y="1"/>
                </a:lnTo>
                <a:cubicBezTo>
                  <a:pt x="252" y="2"/>
                  <a:pt x="270" y="357"/>
                  <a:pt x="1" y="467"/>
                </a:cubicBezTo>
                <a:cubicBezTo>
                  <a:pt x="1" y="467"/>
                  <a:pt x="208" y="1339"/>
                  <a:pt x="696" y="1339"/>
                </a:cubicBezTo>
                <a:cubicBezTo>
                  <a:pt x="770" y="1339"/>
                  <a:pt x="850" y="1320"/>
                  <a:pt x="936" y="1274"/>
                </a:cubicBezTo>
                <a:cubicBezTo>
                  <a:pt x="1581" y="933"/>
                  <a:pt x="787" y="51"/>
                  <a:pt x="787" y="51"/>
                </a:cubicBezTo>
                <a:cubicBezTo>
                  <a:pt x="787" y="51"/>
                  <a:pt x="682" y="133"/>
                  <a:pt x="541" y="133"/>
                </a:cubicBezTo>
                <a:cubicBezTo>
                  <a:pt x="453" y="133"/>
                  <a:pt x="352" y="102"/>
                  <a:pt x="252" y="1"/>
                </a:cubicBezTo>
                <a:close/>
              </a:path>
            </a:pathLst>
          </a:custGeom>
          <a:solidFill>
            <a:srgbClr val="FFA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6"/>
          <p:cNvSpPr/>
          <p:nvPr/>
        </p:nvSpPr>
        <p:spPr>
          <a:xfrm>
            <a:off x="6938015" y="2780988"/>
            <a:ext cx="10049" cy="10003"/>
          </a:xfrm>
          <a:custGeom>
            <a:rect b="b" l="l" r="r" t="t"/>
            <a:pathLst>
              <a:path extrusionOk="0" h="655" w="658">
                <a:moveTo>
                  <a:pt x="181" y="0"/>
                </a:moveTo>
                <a:lnTo>
                  <a:pt x="187" y="233"/>
                </a:lnTo>
                <a:lnTo>
                  <a:pt x="0" y="370"/>
                </a:lnTo>
                <a:lnTo>
                  <a:pt x="223" y="434"/>
                </a:lnTo>
                <a:lnTo>
                  <a:pt x="296" y="655"/>
                </a:lnTo>
                <a:lnTo>
                  <a:pt x="425" y="463"/>
                </a:lnTo>
                <a:lnTo>
                  <a:pt x="658" y="462"/>
                </a:lnTo>
                <a:lnTo>
                  <a:pt x="517" y="279"/>
                </a:lnTo>
                <a:lnTo>
                  <a:pt x="586" y="57"/>
                </a:lnTo>
                <a:lnTo>
                  <a:pt x="368" y="136"/>
                </a:lnTo>
                <a:lnTo>
                  <a:pt x="181" y="0"/>
                </a:lnTo>
                <a:close/>
              </a:path>
            </a:pathLst>
          </a:custGeom>
          <a:solidFill>
            <a:srgbClr val="E888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76"/>
          <p:cNvSpPr/>
          <p:nvPr/>
        </p:nvSpPr>
        <p:spPr>
          <a:xfrm>
            <a:off x="6274929" y="3255962"/>
            <a:ext cx="74881" cy="34562"/>
          </a:xfrm>
          <a:custGeom>
            <a:rect b="b" l="l" r="r" t="t"/>
            <a:pathLst>
              <a:path extrusionOk="0" h="2263" w="4903">
                <a:moveTo>
                  <a:pt x="10" y="1"/>
                </a:moveTo>
                <a:cubicBezTo>
                  <a:pt x="5" y="1"/>
                  <a:pt x="0" y="5"/>
                  <a:pt x="0" y="10"/>
                </a:cubicBezTo>
                <a:lnTo>
                  <a:pt x="0" y="2254"/>
                </a:lnTo>
                <a:cubicBezTo>
                  <a:pt x="0" y="2259"/>
                  <a:pt x="5" y="2262"/>
                  <a:pt x="10" y="2262"/>
                </a:cubicBezTo>
                <a:lnTo>
                  <a:pt x="4893" y="2262"/>
                </a:lnTo>
                <a:cubicBezTo>
                  <a:pt x="4898" y="2262"/>
                  <a:pt x="4903" y="2259"/>
                  <a:pt x="4903" y="2254"/>
                </a:cubicBezTo>
                <a:lnTo>
                  <a:pt x="4903" y="10"/>
                </a:lnTo>
                <a:cubicBezTo>
                  <a:pt x="4903" y="5"/>
                  <a:pt x="4898" y="1"/>
                  <a:pt x="48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6"/>
          <p:cNvSpPr/>
          <p:nvPr/>
        </p:nvSpPr>
        <p:spPr>
          <a:xfrm>
            <a:off x="6529995" y="2612929"/>
            <a:ext cx="328435" cy="941229"/>
          </a:xfrm>
          <a:custGeom>
            <a:rect b="b" l="l" r="r" t="t"/>
            <a:pathLst>
              <a:path extrusionOk="0" h="61629" w="21505">
                <a:moveTo>
                  <a:pt x="3155" y="1"/>
                </a:moveTo>
                <a:cubicBezTo>
                  <a:pt x="1" y="1"/>
                  <a:pt x="3206" y="14489"/>
                  <a:pt x="4113" y="16868"/>
                </a:cubicBezTo>
                <a:cubicBezTo>
                  <a:pt x="5021" y="19259"/>
                  <a:pt x="8899" y="56687"/>
                  <a:pt x="8899" y="56687"/>
                </a:cubicBezTo>
                <a:lnTo>
                  <a:pt x="19141" y="61628"/>
                </a:lnTo>
                <a:cubicBezTo>
                  <a:pt x="19141" y="61628"/>
                  <a:pt x="14848" y="51406"/>
                  <a:pt x="17913" y="39193"/>
                </a:cubicBezTo>
                <a:cubicBezTo>
                  <a:pt x="19179" y="34149"/>
                  <a:pt x="21504" y="27410"/>
                  <a:pt x="16640" y="19714"/>
                </a:cubicBezTo>
                <a:cubicBezTo>
                  <a:pt x="11062" y="10891"/>
                  <a:pt x="6424" y="129"/>
                  <a:pt x="3197" y="2"/>
                </a:cubicBezTo>
                <a:cubicBezTo>
                  <a:pt x="3183" y="1"/>
                  <a:pt x="3169" y="1"/>
                  <a:pt x="3155"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76"/>
          <p:cNvSpPr/>
          <p:nvPr/>
        </p:nvSpPr>
        <p:spPr>
          <a:xfrm>
            <a:off x="6591665" y="2756949"/>
            <a:ext cx="182613" cy="491316"/>
          </a:xfrm>
          <a:custGeom>
            <a:rect b="b" l="l" r="r" t="t"/>
            <a:pathLst>
              <a:path extrusionOk="0" h="32170" w="11957">
                <a:moveTo>
                  <a:pt x="649" y="1"/>
                </a:moveTo>
                <a:lnTo>
                  <a:pt x="1" y="5510"/>
                </a:lnTo>
                <a:cubicBezTo>
                  <a:pt x="1" y="5510"/>
                  <a:pt x="5305" y="32170"/>
                  <a:pt x="8336" y="32170"/>
                </a:cubicBezTo>
                <a:cubicBezTo>
                  <a:pt x="8674" y="32170"/>
                  <a:pt x="8984" y="31839"/>
                  <a:pt x="9255" y="31102"/>
                </a:cubicBezTo>
                <a:cubicBezTo>
                  <a:pt x="11957" y="23759"/>
                  <a:pt x="7311" y="17631"/>
                  <a:pt x="7161" y="12489"/>
                </a:cubicBezTo>
                <a:cubicBezTo>
                  <a:pt x="7012" y="7346"/>
                  <a:pt x="649" y="1"/>
                  <a:pt x="649" y="1"/>
                </a:cubicBez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6"/>
          <p:cNvSpPr/>
          <p:nvPr/>
        </p:nvSpPr>
        <p:spPr>
          <a:xfrm>
            <a:off x="5907365" y="2371211"/>
            <a:ext cx="736272" cy="968506"/>
          </a:xfrm>
          <a:custGeom>
            <a:rect b="b" l="l" r="r" t="t"/>
            <a:pathLst>
              <a:path extrusionOk="0" h="63415" w="48209">
                <a:moveTo>
                  <a:pt x="3708" y="1"/>
                </a:moveTo>
                <a:cubicBezTo>
                  <a:pt x="1661" y="1"/>
                  <a:pt x="1" y="1644"/>
                  <a:pt x="1" y="3675"/>
                </a:cubicBezTo>
                <a:lnTo>
                  <a:pt x="1" y="59739"/>
                </a:lnTo>
                <a:cubicBezTo>
                  <a:pt x="1" y="61771"/>
                  <a:pt x="1661" y="63415"/>
                  <a:pt x="3708" y="63415"/>
                </a:cubicBezTo>
                <a:lnTo>
                  <a:pt x="44500" y="63415"/>
                </a:lnTo>
                <a:cubicBezTo>
                  <a:pt x="46548" y="63415"/>
                  <a:pt x="48209" y="61769"/>
                  <a:pt x="48209" y="59739"/>
                </a:cubicBezTo>
                <a:lnTo>
                  <a:pt x="48209" y="3675"/>
                </a:lnTo>
                <a:cubicBezTo>
                  <a:pt x="48209" y="1644"/>
                  <a:pt x="46548" y="1"/>
                  <a:pt x="44500" y="1"/>
                </a:cubicBezTo>
                <a:close/>
              </a:path>
            </a:pathLst>
          </a:custGeom>
          <a:solidFill>
            <a:srgbClr val="7285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6"/>
          <p:cNvSpPr/>
          <p:nvPr/>
        </p:nvSpPr>
        <p:spPr>
          <a:xfrm>
            <a:off x="5937086" y="2371211"/>
            <a:ext cx="736302" cy="968506"/>
          </a:xfrm>
          <a:custGeom>
            <a:rect b="b" l="l" r="r" t="t"/>
            <a:pathLst>
              <a:path extrusionOk="0" h="63415" w="48211">
                <a:moveTo>
                  <a:pt x="3710" y="1"/>
                </a:moveTo>
                <a:cubicBezTo>
                  <a:pt x="1662" y="1"/>
                  <a:pt x="1" y="1644"/>
                  <a:pt x="1" y="3675"/>
                </a:cubicBezTo>
                <a:lnTo>
                  <a:pt x="1" y="59739"/>
                </a:lnTo>
                <a:cubicBezTo>
                  <a:pt x="1" y="61771"/>
                  <a:pt x="1662" y="63415"/>
                  <a:pt x="3710" y="63415"/>
                </a:cubicBezTo>
                <a:lnTo>
                  <a:pt x="44501" y="63415"/>
                </a:lnTo>
                <a:cubicBezTo>
                  <a:pt x="46549" y="63415"/>
                  <a:pt x="48211" y="61769"/>
                  <a:pt x="48211" y="59739"/>
                </a:cubicBezTo>
                <a:lnTo>
                  <a:pt x="48210" y="59739"/>
                </a:lnTo>
                <a:lnTo>
                  <a:pt x="48210" y="3675"/>
                </a:lnTo>
                <a:cubicBezTo>
                  <a:pt x="48210" y="1644"/>
                  <a:pt x="46548" y="1"/>
                  <a:pt x="44500" y="1"/>
                </a:cubicBezTo>
                <a:close/>
              </a:path>
            </a:pathLst>
          </a:custGeom>
          <a:solidFill>
            <a:srgbClr val="8FA1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6"/>
          <p:cNvSpPr/>
          <p:nvPr/>
        </p:nvSpPr>
        <p:spPr>
          <a:xfrm>
            <a:off x="6030126" y="2457699"/>
            <a:ext cx="578843" cy="756004"/>
          </a:xfrm>
          <a:custGeom>
            <a:rect b="b" l="l" r="r" t="t"/>
            <a:pathLst>
              <a:path extrusionOk="0" h="49501" w="37901">
                <a:moveTo>
                  <a:pt x="3569" y="1"/>
                </a:moveTo>
                <a:cubicBezTo>
                  <a:pt x="1597" y="1"/>
                  <a:pt x="0" y="1600"/>
                  <a:pt x="0" y="3574"/>
                </a:cubicBezTo>
                <a:lnTo>
                  <a:pt x="0" y="45928"/>
                </a:lnTo>
                <a:cubicBezTo>
                  <a:pt x="0" y="47900"/>
                  <a:pt x="1599" y="49501"/>
                  <a:pt x="3569" y="49501"/>
                </a:cubicBezTo>
                <a:lnTo>
                  <a:pt x="34331" y="49501"/>
                </a:lnTo>
                <a:cubicBezTo>
                  <a:pt x="36302" y="49501"/>
                  <a:pt x="37900" y="47900"/>
                  <a:pt x="37900" y="45928"/>
                </a:cubicBezTo>
                <a:lnTo>
                  <a:pt x="37900" y="3574"/>
                </a:lnTo>
                <a:cubicBezTo>
                  <a:pt x="37900" y="1600"/>
                  <a:pt x="36302" y="1"/>
                  <a:pt x="34331" y="1"/>
                </a:cubicBezTo>
                <a:close/>
              </a:path>
            </a:pathLst>
          </a:custGeom>
          <a:solidFill>
            <a:srgbClr val="C8DF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76"/>
          <p:cNvSpPr/>
          <p:nvPr/>
        </p:nvSpPr>
        <p:spPr>
          <a:xfrm>
            <a:off x="6149358" y="2407987"/>
            <a:ext cx="283137" cy="14921"/>
          </a:xfrm>
          <a:custGeom>
            <a:rect b="b" l="l" r="r" t="t"/>
            <a:pathLst>
              <a:path extrusionOk="0" h="977" w="18539">
                <a:moveTo>
                  <a:pt x="18049" y="0"/>
                </a:moveTo>
                <a:cubicBezTo>
                  <a:pt x="18048" y="0"/>
                  <a:pt x="18047" y="0"/>
                  <a:pt x="18045" y="0"/>
                </a:cubicBezTo>
                <a:lnTo>
                  <a:pt x="493" y="0"/>
                </a:lnTo>
                <a:cubicBezTo>
                  <a:pt x="221" y="0"/>
                  <a:pt x="0" y="217"/>
                  <a:pt x="0" y="487"/>
                </a:cubicBezTo>
                <a:cubicBezTo>
                  <a:pt x="0" y="758"/>
                  <a:pt x="220" y="977"/>
                  <a:pt x="493" y="977"/>
                </a:cubicBezTo>
                <a:lnTo>
                  <a:pt x="18046" y="977"/>
                </a:lnTo>
                <a:cubicBezTo>
                  <a:pt x="18319" y="977"/>
                  <a:pt x="18539" y="758"/>
                  <a:pt x="18539" y="487"/>
                </a:cubicBezTo>
                <a:cubicBezTo>
                  <a:pt x="18539" y="217"/>
                  <a:pt x="18320" y="0"/>
                  <a:pt x="18049" y="0"/>
                </a:cubicBezTo>
                <a:close/>
              </a:path>
            </a:pathLst>
          </a:custGeom>
          <a:solidFill>
            <a:srgbClr val="7285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6"/>
          <p:cNvSpPr/>
          <p:nvPr/>
        </p:nvSpPr>
        <p:spPr>
          <a:xfrm>
            <a:off x="5736207" y="1927270"/>
            <a:ext cx="1814831" cy="1942693"/>
          </a:xfrm>
          <a:custGeom>
            <a:rect b="b" l="l" r="r" t="t"/>
            <a:pathLst>
              <a:path extrusionOk="0" h="127202" w="118830">
                <a:moveTo>
                  <a:pt x="1" y="0"/>
                </a:moveTo>
                <a:lnTo>
                  <a:pt x="1" y="127202"/>
                </a:lnTo>
                <a:lnTo>
                  <a:pt x="118830" y="127202"/>
                </a:lnTo>
                <a:lnTo>
                  <a:pt x="1188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6"/>
          <p:cNvSpPr/>
          <p:nvPr/>
        </p:nvSpPr>
        <p:spPr>
          <a:xfrm>
            <a:off x="6356072" y="1927255"/>
            <a:ext cx="458175" cy="1942662"/>
          </a:xfrm>
          <a:custGeom>
            <a:rect b="b" l="l" r="r" t="t"/>
            <a:pathLst>
              <a:path extrusionOk="0" h="127200" w="30000">
                <a:moveTo>
                  <a:pt x="0" y="0"/>
                </a:moveTo>
                <a:cubicBezTo>
                  <a:pt x="138" y="153"/>
                  <a:pt x="12231" y="13573"/>
                  <a:pt x="15196" y="24551"/>
                </a:cubicBezTo>
                <a:cubicBezTo>
                  <a:pt x="17604" y="33469"/>
                  <a:pt x="17657" y="47654"/>
                  <a:pt x="17692" y="58011"/>
                </a:cubicBezTo>
                <a:cubicBezTo>
                  <a:pt x="17703" y="60706"/>
                  <a:pt x="17710" y="63252"/>
                  <a:pt x="17760" y="65395"/>
                </a:cubicBezTo>
                <a:cubicBezTo>
                  <a:pt x="17770" y="65914"/>
                  <a:pt x="17782" y="66524"/>
                  <a:pt x="17797" y="67214"/>
                </a:cubicBezTo>
                <a:cubicBezTo>
                  <a:pt x="18063" y="80773"/>
                  <a:pt x="18827" y="115461"/>
                  <a:pt x="26689" y="127160"/>
                </a:cubicBezTo>
                <a:lnTo>
                  <a:pt x="29999" y="127200"/>
                </a:lnTo>
                <a:cubicBezTo>
                  <a:pt x="26689" y="122529"/>
                  <a:pt x="24547" y="116404"/>
                  <a:pt x="22490" y="100334"/>
                </a:cubicBezTo>
                <a:cubicBezTo>
                  <a:pt x="20800" y="87141"/>
                  <a:pt x="20538" y="73641"/>
                  <a:pt x="20409" y="67151"/>
                </a:cubicBezTo>
                <a:cubicBezTo>
                  <a:pt x="20397" y="66460"/>
                  <a:pt x="20385" y="65849"/>
                  <a:pt x="20374" y="65324"/>
                </a:cubicBezTo>
                <a:cubicBezTo>
                  <a:pt x="20328" y="63211"/>
                  <a:pt x="20318" y="60681"/>
                  <a:pt x="20306" y="57999"/>
                </a:cubicBezTo>
                <a:cubicBezTo>
                  <a:pt x="20269" y="47477"/>
                  <a:pt x="20219" y="33064"/>
                  <a:pt x="17708" y="23770"/>
                </a:cubicBezTo>
                <a:cubicBezTo>
                  <a:pt x="14565" y="12128"/>
                  <a:pt x="4095" y="632"/>
                  <a:pt x="35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6"/>
          <p:cNvSpPr/>
          <p:nvPr/>
        </p:nvSpPr>
        <p:spPr>
          <a:xfrm>
            <a:off x="6681880" y="3540749"/>
            <a:ext cx="253890" cy="329214"/>
          </a:xfrm>
          <a:custGeom>
            <a:rect b="b" l="l" r="r" t="t"/>
            <a:pathLst>
              <a:path extrusionOk="0" h="21556" w="16624">
                <a:moveTo>
                  <a:pt x="1560" y="0"/>
                </a:moveTo>
                <a:lnTo>
                  <a:pt x="1" y="2249"/>
                </a:lnTo>
                <a:cubicBezTo>
                  <a:pt x="120" y="2339"/>
                  <a:pt x="10927" y="9229"/>
                  <a:pt x="13859" y="21556"/>
                </a:cubicBezTo>
                <a:lnTo>
                  <a:pt x="16623" y="21556"/>
                </a:lnTo>
                <a:cubicBezTo>
                  <a:pt x="13452" y="8253"/>
                  <a:pt x="2062" y="395"/>
                  <a:pt x="156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76"/>
          <p:cNvSpPr/>
          <p:nvPr/>
        </p:nvSpPr>
        <p:spPr>
          <a:xfrm>
            <a:off x="6628395" y="3649611"/>
            <a:ext cx="102876" cy="220367"/>
          </a:xfrm>
          <a:custGeom>
            <a:rect b="b" l="l" r="r" t="t"/>
            <a:pathLst>
              <a:path extrusionOk="0" h="14429" w="6736">
                <a:moveTo>
                  <a:pt x="4457" y="0"/>
                </a:moveTo>
                <a:cubicBezTo>
                  <a:pt x="4203" y="482"/>
                  <a:pt x="996" y="7176"/>
                  <a:pt x="0" y="14385"/>
                </a:cubicBezTo>
                <a:lnTo>
                  <a:pt x="2650" y="14429"/>
                </a:lnTo>
                <a:cubicBezTo>
                  <a:pt x="3365" y="7859"/>
                  <a:pt x="6674" y="1490"/>
                  <a:pt x="6736" y="1373"/>
                </a:cubicBezTo>
                <a:lnTo>
                  <a:pt x="6046" y="960"/>
                </a:lnTo>
                <a:lnTo>
                  <a:pt x="445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6"/>
          <p:cNvSpPr/>
          <p:nvPr/>
        </p:nvSpPr>
        <p:spPr>
          <a:xfrm>
            <a:off x="6181950" y="2287808"/>
            <a:ext cx="188295" cy="1582155"/>
          </a:xfrm>
          <a:custGeom>
            <a:rect b="b" l="l" r="r" t="t"/>
            <a:pathLst>
              <a:path extrusionOk="0" h="103595" w="12329">
                <a:moveTo>
                  <a:pt x="1246" y="1"/>
                </a:moveTo>
                <a:lnTo>
                  <a:pt x="0" y="2459"/>
                </a:lnTo>
                <a:cubicBezTo>
                  <a:pt x="23" y="2474"/>
                  <a:pt x="2380" y="3953"/>
                  <a:pt x="4427" y="8897"/>
                </a:cubicBezTo>
                <a:cubicBezTo>
                  <a:pt x="6347" y="13547"/>
                  <a:pt x="8364" y="22248"/>
                  <a:pt x="7065" y="37318"/>
                </a:cubicBezTo>
                <a:cubicBezTo>
                  <a:pt x="6469" y="44189"/>
                  <a:pt x="5750" y="51305"/>
                  <a:pt x="5055" y="58194"/>
                </a:cubicBezTo>
                <a:cubicBezTo>
                  <a:pt x="2646" y="82031"/>
                  <a:pt x="1788" y="94030"/>
                  <a:pt x="2069" y="103595"/>
                </a:cubicBezTo>
                <a:lnTo>
                  <a:pt x="4621" y="103595"/>
                </a:lnTo>
                <a:cubicBezTo>
                  <a:pt x="4246" y="94029"/>
                  <a:pt x="5275" y="82018"/>
                  <a:pt x="7653" y="58494"/>
                </a:cubicBezTo>
                <a:cubicBezTo>
                  <a:pt x="8349" y="51597"/>
                  <a:pt x="9074" y="44466"/>
                  <a:pt x="9668" y="37576"/>
                </a:cubicBezTo>
                <a:cubicBezTo>
                  <a:pt x="12328" y="6733"/>
                  <a:pt x="1699" y="262"/>
                  <a:pt x="124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6"/>
          <p:cNvSpPr/>
          <p:nvPr/>
        </p:nvSpPr>
        <p:spPr>
          <a:xfrm>
            <a:off x="7377481" y="1927835"/>
            <a:ext cx="173572" cy="907874"/>
          </a:xfrm>
          <a:custGeom>
            <a:rect b="b" l="l" r="r" t="t"/>
            <a:pathLst>
              <a:path extrusionOk="0" h="59445" w="11365">
                <a:moveTo>
                  <a:pt x="0" y="1"/>
                </a:moveTo>
                <a:cubicBezTo>
                  <a:pt x="4013" y="5188"/>
                  <a:pt x="4245" y="10595"/>
                  <a:pt x="3408" y="19695"/>
                </a:cubicBezTo>
                <a:cubicBezTo>
                  <a:pt x="1794" y="37334"/>
                  <a:pt x="2765" y="50729"/>
                  <a:pt x="11365" y="59445"/>
                </a:cubicBezTo>
                <a:lnTo>
                  <a:pt x="11365" y="55348"/>
                </a:lnTo>
                <a:cubicBezTo>
                  <a:pt x="5164" y="47354"/>
                  <a:pt x="4579" y="35645"/>
                  <a:pt x="6011" y="19969"/>
                </a:cubicBezTo>
                <a:cubicBezTo>
                  <a:pt x="7158" y="7402"/>
                  <a:pt x="6186" y="4037"/>
                  <a:pt x="301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6"/>
          <p:cNvSpPr/>
          <p:nvPr/>
        </p:nvSpPr>
        <p:spPr>
          <a:xfrm>
            <a:off x="6644065" y="2159259"/>
            <a:ext cx="238831" cy="639658"/>
          </a:xfrm>
          <a:custGeom>
            <a:rect b="b" l="l" r="r" t="t"/>
            <a:pathLst>
              <a:path extrusionOk="0" h="41883" w="15638">
                <a:moveTo>
                  <a:pt x="6188" y="1"/>
                </a:moveTo>
                <a:lnTo>
                  <a:pt x="5157" y="628"/>
                </a:lnTo>
                <a:cubicBezTo>
                  <a:pt x="5244" y="799"/>
                  <a:pt x="14337" y="18134"/>
                  <a:pt x="10142" y="30468"/>
                </a:cubicBezTo>
                <a:cubicBezTo>
                  <a:pt x="8531" y="35218"/>
                  <a:pt x="5119" y="38661"/>
                  <a:pt x="1" y="40690"/>
                </a:cubicBezTo>
                <a:lnTo>
                  <a:pt x="419" y="41882"/>
                </a:lnTo>
                <a:cubicBezTo>
                  <a:pt x="5875" y="39716"/>
                  <a:pt x="9522" y="36019"/>
                  <a:pt x="11264" y="30901"/>
                </a:cubicBezTo>
                <a:cubicBezTo>
                  <a:pt x="15637" y="18024"/>
                  <a:pt x="6575" y="731"/>
                  <a:pt x="618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6"/>
          <p:cNvSpPr/>
          <p:nvPr/>
        </p:nvSpPr>
        <p:spPr>
          <a:xfrm>
            <a:off x="6741611" y="1927270"/>
            <a:ext cx="809443" cy="1805377"/>
          </a:xfrm>
          <a:custGeom>
            <a:rect b="b" l="l" r="r" t="t"/>
            <a:pathLst>
              <a:path extrusionOk="0" h="118211" w="53000">
                <a:moveTo>
                  <a:pt x="11883" y="0"/>
                </a:moveTo>
                <a:cubicBezTo>
                  <a:pt x="11883" y="0"/>
                  <a:pt x="4279" y="17301"/>
                  <a:pt x="8558" y="28112"/>
                </a:cubicBezTo>
                <a:cubicBezTo>
                  <a:pt x="12836" y="38926"/>
                  <a:pt x="13072" y="41722"/>
                  <a:pt x="11883" y="45791"/>
                </a:cubicBezTo>
                <a:cubicBezTo>
                  <a:pt x="10696" y="49861"/>
                  <a:pt x="8318" y="58004"/>
                  <a:pt x="8318" y="63602"/>
                </a:cubicBezTo>
                <a:cubicBezTo>
                  <a:pt x="8318" y="69199"/>
                  <a:pt x="1" y="79628"/>
                  <a:pt x="1665" y="85734"/>
                </a:cubicBezTo>
                <a:cubicBezTo>
                  <a:pt x="3329" y="91841"/>
                  <a:pt x="10932" y="105829"/>
                  <a:pt x="20678" y="112193"/>
                </a:cubicBezTo>
                <a:cubicBezTo>
                  <a:pt x="26212" y="115804"/>
                  <a:pt x="32742" y="118211"/>
                  <a:pt x="37918" y="118211"/>
                </a:cubicBezTo>
                <a:cubicBezTo>
                  <a:pt x="41857" y="118211"/>
                  <a:pt x="45011" y="116817"/>
                  <a:pt x="46347" y="113502"/>
                </a:cubicBezTo>
                <a:cubicBezTo>
                  <a:pt x="49436" y="105829"/>
                  <a:pt x="50624" y="103543"/>
                  <a:pt x="53000" y="103543"/>
                </a:cubicBezTo>
                <a:lnTo>
                  <a:pt x="53000" y="93620"/>
                </a:lnTo>
                <a:cubicBezTo>
                  <a:pt x="53000" y="93620"/>
                  <a:pt x="49597" y="92133"/>
                  <a:pt x="45982" y="92133"/>
                </a:cubicBezTo>
                <a:cubicBezTo>
                  <a:pt x="42910" y="92133"/>
                  <a:pt x="39685" y="93207"/>
                  <a:pt x="38266" y="97181"/>
                </a:cubicBezTo>
                <a:cubicBezTo>
                  <a:pt x="36720" y="101506"/>
                  <a:pt x="35472" y="103096"/>
                  <a:pt x="34253" y="103096"/>
                </a:cubicBezTo>
                <a:cubicBezTo>
                  <a:pt x="33035" y="103096"/>
                  <a:pt x="31847" y="101508"/>
                  <a:pt x="30423" y="99474"/>
                </a:cubicBezTo>
                <a:cubicBezTo>
                  <a:pt x="27572" y="95404"/>
                  <a:pt x="18302" y="95656"/>
                  <a:pt x="20680" y="85989"/>
                </a:cubicBezTo>
                <a:cubicBezTo>
                  <a:pt x="23050" y="76319"/>
                  <a:pt x="34937" y="64616"/>
                  <a:pt x="28524" y="52152"/>
                </a:cubicBezTo>
                <a:cubicBezTo>
                  <a:pt x="22106" y="39686"/>
                  <a:pt x="17827" y="45282"/>
                  <a:pt x="20205" y="38667"/>
                </a:cubicBezTo>
                <a:cubicBezTo>
                  <a:pt x="22581" y="32055"/>
                  <a:pt x="23294" y="27808"/>
                  <a:pt x="17352" y="24844"/>
                </a:cubicBezTo>
                <a:cubicBezTo>
                  <a:pt x="11408" y="21880"/>
                  <a:pt x="8560" y="24677"/>
                  <a:pt x="14262" y="1"/>
                </a:cubicBezTo>
                <a:lnTo>
                  <a:pt x="11883" y="1"/>
                </a:lnTo>
                <a:lnTo>
                  <a:pt x="118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6"/>
          <p:cNvSpPr/>
          <p:nvPr/>
        </p:nvSpPr>
        <p:spPr>
          <a:xfrm>
            <a:off x="6908554" y="2855212"/>
            <a:ext cx="174290" cy="222139"/>
          </a:xfrm>
          <a:custGeom>
            <a:rect b="b" l="l" r="r" t="t"/>
            <a:pathLst>
              <a:path extrusionOk="0" h="14545" w="11412">
                <a:moveTo>
                  <a:pt x="5996" y="0"/>
                </a:moveTo>
                <a:cubicBezTo>
                  <a:pt x="4561" y="0"/>
                  <a:pt x="3329" y="806"/>
                  <a:pt x="3329" y="806"/>
                </a:cubicBezTo>
                <a:cubicBezTo>
                  <a:pt x="1" y="6147"/>
                  <a:pt x="2851" y="14545"/>
                  <a:pt x="6419" y="14545"/>
                </a:cubicBezTo>
                <a:cubicBezTo>
                  <a:pt x="9982" y="14545"/>
                  <a:pt x="11411" y="7675"/>
                  <a:pt x="9507" y="2841"/>
                </a:cubicBezTo>
                <a:cubicBezTo>
                  <a:pt x="8627" y="601"/>
                  <a:pt x="7236" y="0"/>
                  <a:pt x="599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6"/>
          <p:cNvSpPr/>
          <p:nvPr/>
        </p:nvSpPr>
        <p:spPr>
          <a:xfrm>
            <a:off x="6902934" y="3228609"/>
            <a:ext cx="141332" cy="196389"/>
          </a:xfrm>
          <a:custGeom>
            <a:rect b="b" l="l" r="r" t="t"/>
            <a:pathLst>
              <a:path extrusionOk="0" h="12859" w="9254">
                <a:moveTo>
                  <a:pt x="5109" y="0"/>
                </a:moveTo>
                <a:cubicBezTo>
                  <a:pt x="3308" y="0"/>
                  <a:pt x="1716" y="2525"/>
                  <a:pt x="1320" y="3832"/>
                </a:cubicBezTo>
                <a:cubicBezTo>
                  <a:pt x="1" y="8221"/>
                  <a:pt x="3459" y="11971"/>
                  <a:pt x="6471" y="12740"/>
                </a:cubicBezTo>
                <a:cubicBezTo>
                  <a:pt x="6791" y="12821"/>
                  <a:pt x="7065" y="12859"/>
                  <a:pt x="7298" y="12859"/>
                </a:cubicBezTo>
                <a:cubicBezTo>
                  <a:pt x="9254" y="12859"/>
                  <a:pt x="8240" y="10178"/>
                  <a:pt x="6471" y="7905"/>
                </a:cubicBezTo>
                <a:cubicBezTo>
                  <a:pt x="4491" y="5364"/>
                  <a:pt x="7262" y="272"/>
                  <a:pt x="5361" y="17"/>
                </a:cubicBezTo>
                <a:cubicBezTo>
                  <a:pt x="5277" y="6"/>
                  <a:pt x="5192" y="0"/>
                  <a:pt x="510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76"/>
          <p:cNvSpPr/>
          <p:nvPr/>
        </p:nvSpPr>
        <p:spPr>
          <a:xfrm>
            <a:off x="6095721" y="2444367"/>
            <a:ext cx="188310" cy="852160"/>
          </a:xfrm>
          <a:custGeom>
            <a:rect b="b" l="l" r="r" t="t"/>
            <a:pathLst>
              <a:path extrusionOk="0" h="55797" w="12330">
                <a:moveTo>
                  <a:pt x="11950" y="1"/>
                </a:moveTo>
                <a:cubicBezTo>
                  <a:pt x="11847" y="47"/>
                  <a:pt x="1908" y="4847"/>
                  <a:pt x="939" y="15702"/>
                </a:cubicBezTo>
                <a:cubicBezTo>
                  <a:pt x="1" y="26297"/>
                  <a:pt x="874" y="55501"/>
                  <a:pt x="882" y="55796"/>
                </a:cubicBezTo>
                <a:lnTo>
                  <a:pt x="1836" y="55763"/>
                </a:lnTo>
                <a:cubicBezTo>
                  <a:pt x="1824" y="55470"/>
                  <a:pt x="950" y="26329"/>
                  <a:pt x="1885" y="15800"/>
                </a:cubicBezTo>
                <a:cubicBezTo>
                  <a:pt x="2796" y="5546"/>
                  <a:pt x="12235" y="977"/>
                  <a:pt x="12330" y="932"/>
                </a:cubicBezTo>
                <a:lnTo>
                  <a:pt x="1195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6"/>
          <p:cNvSpPr/>
          <p:nvPr/>
        </p:nvSpPr>
        <p:spPr>
          <a:xfrm>
            <a:off x="5736207" y="3258330"/>
            <a:ext cx="518196" cy="56004"/>
          </a:xfrm>
          <a:custGeom>
            <a:rect b="b" l="l" r="r" t="t"/>
            <a:pathLst>
              <a:path extrusionOk="0" h="3667" w="33930">
                <a:moveTo>
                  <a:pt x="1" y="0"/>
                </a:moveTo>
                <a:lnTo>
                  <a:pt x="1" y="1231"/>
                </a:lnTo>
                <a:lnTo>
                  <a:pt x="33861" y="3667"/>
                </a:lnTo>
                <a:lnTo>
                  <a:pt x="33930" y="2651"/>
                </a:lnTo>
                <a:lnTo>
                  <a:pt x="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6"/>
          <p:cNvSpPr/>
          <p:nvPr/>
        </p:nvSpPr>
        <p:spPr>
          <a:xfrm>
            <a:off x="5736207" y="2329670"/>
            <a:ext cx="490446" cy="310597"/>
          </a:xfrm>
          <a:custGeom>
            <a:rect b="b" l="l" r="r" t="t"/>
            <a:pathLst>
              <a:path extrusionOk="0" h="20337" w="32113">
                <a:moveTo>
                  <a:pt x="31276" y="1"/>
                </a:moveTo>
                <a:cubicBezTo>
                  <a:pt x="31255" y="54"/>
                  <a:pt x="28731" y="4963"/>
                  <a:pt x="24490" y="5199"/>
                </a:cubicBezTo>
                <a:cubicBezTo>
                  <a:pt x="22453" y="5313"/>
                  <a:pt x="19561" y="7573"/>
                  <a:pt x="15895" y="10435"/>
                </a:cubicBezTo>
                <a:cubicBezTo>
                  <a:pt x="11146" y="14143"/>
                  <a:pt x="5274" y="18661"/>
                  <a:pt x="1" y="19097"/>
                </a:cubicBezTo>
                <a:lnTo>
                  <a:pt x="1" y="20336"/>
                </a:lnTo>
                <a:cubicBezTo>
                  <a:pt x="5546" y="19877"/>
                  <a:pt x="11609" y="15040"/>
                  <a:pt x="16456" y="11259"/>
                </a:cubicBezTo>
                <a:cubicBezTo>
                  <a:pt x="19851" y="8602"/>
                  <a:pt x="22784" y="6311"/>
                  <a:pt x="24540" y="6217"/>
                </a:cubicBezTo>
                <a:cubicBezTo>
                  <a:pt x="29308" y="5950"/>
                  <a:pt x="32002" y="711"/>
                  <a:pt x="32112" y="486"/>
                </a:cubicBezTo>
                <a:lnTo>
                  <a:pt x="3127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6"/>
          <p:cNvSpPr/>
          <p:nvPr/>
        </p:nvSpPr>
        <p:spPr>
          <a:xfrm>
            <a:off x="7040906" y="2049374"/>
            <a:ext cx="510163" cy="1237775"/>
          </a:xfrm>
          <a:custGeom>
            <a:rect b="b" l="l" r="r" t="t"/>
            <a:pathLst>
              <a:path extrusionOk="0" h="81046" w="33404">
                <a:moveTo>
                  <a:pt x="882" y="0"/>
                </a:moveTo>
                <a:lnTo>
                  <a:pt x="1" y="384"/>
                </a:lnTo>
                <a:cubicBezTo>
                  <a:pt x="95" y="631"/>
                  <a:pt x="9425" y="25048"/>
                  <a:pt x="10352" y="33278"/>
                </a:cubicBezTo>
                <a:cubicBezTo>
                  <a:pt x="11304" y="41653"/>
                  <a:pt x="17268" y="56453"/>
                  <a:pt x="17522" y="57080"/>
                </a:cubicBezTo>
                <a:lnTo>
                  <a:pt x="17539" y="57129"/>
                </a:lnTo>
                <a:lnTo>
                  <a:pt x="33403" y="81045"/>
                </a:lnTo>
                <a:lnTo>
                  <a:pt x="33404" y="81045"/>
                </a:lnTo>
                <a:lnTo>
                  <a:pt x="33404" y="78907"/>
                </a:lnTo>
                <a:lnTo>
                  <a:pt x="18369" y="56629"/>
                </a:lnTo>
                <a:cubicBezTo>
                  <a:pt x="17985" y="55657"/>
                  <a:pt x="12201" y="41149"/>
                  <a:pt x="11298" y="33158"/>
                </a:cubicBezTo>
                <a:cubicBezTo>
                  <a:pt x="10352" y="24790"/>
                  <a:pt x="1266" y="1007"/>
                  <a:pt x="88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76"/>
          <p:cNvSpPr/>
          <p:nvPr/>
        </p:nvSpPr>
        <p:spPr>
          <a:xfrm>
            <a:off x="7118826" y="2960165"/>
            <a:ext cx="378010" cy="446934"/>
          </a:xfrm>
          <a:custGeom>
            <a:rect b="b" l="l" r="r" t="t"/>
            <a:pathLst>
              <a:path extrusionOk="0" h="29264" w="24751">
                <a:moveTo>
                  <a:pt x="14686" y="0"/>
                </a:moveTo>
                <a:cubicBezTo>
                  <a:pt x="13337" y="1147"/>
                  <a:pt x="1467" y="11316"/>
                  <a:pt x="741" y="15202"/>
                </a:cubicBezTo>
                <a:cubicBezTo>
                  <a:pt x="1" y="19171"/>
                  <a:pt x="5328" y="28411"/>
                  <a:pt x="5559" y="28803"/>
                </a:cubicBezTo>
                <a:lnTo>
                  <a:pt x="5826" y="29263"/>
                </a:lnTo>
                <a:lnTo>
                  <a:pt x="24751" y="14881"/>
                </a:lnTo>
                <a:lnTo>
                  <a:pt x="24200" y="14053"/>
                </a:lnTo>
                <a:lnTo>
                  <a:pt x="6098" y="27803"/>
                </a:lnTo>
                <a:cubicBezTo>
                  <a:pt x="4474" y="24909"/>
                  <a:pt x="1152" y="18209"/>
                  <a:pt x="1671" y="15401"/>
                </a:cubicBezTo>
                <a:cubicBezTo>
                  <a:pt x="2228" y="12422"/>
                  <a:pt x="11685" y="3849"/>
                  <a:pt x="15279" y="798"/>
                </a:cubicBezTo>
                <a:lnTo>
                  <a:pt x="1468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76"/>
          <p:cNvSpPr/>
          <p:nvPr/>
        </p:nvSpPr>
        <p:spPr>
          <a:xfrm>
            <a:off x="6348451" y="2335581"/>
            <a:ext cx="271484" cy="1534382"/>
          </a:xfrm>
          <a:custGeom>
            <a:rect b="b" l="l" r="r" t="t"/>
            <a:pathLst>
              <a:path extrusionOk="0" h="100467" w="17776">
                <a:moveTo>
                  <a:pt x="17548" y="1"/>
                </a:moveTo>
                <a:cubicBezTo>
                  <a:pt x="17506" y="12"/>
                  <a:pt x="13310" y="1114"/>
                  <a:pt x="9158" y="2228"/>
                </a:cubicBezTo>
                <a:cubicBezTo>
                  <a:pt x="571" y="4533"/>
                  <a:pt x="531" y="4594"/>
                  <a:pt x="388" y="4833"/>
                </a:cubicBezTo>
                <a:cubicBezTo>
                  <a:pt x="0" y="5492"/>
                  <a:pt x="148" y="6525"/>
                  <a:pt x="759" y="10880"/>
                </a:cubicBezTo>
                <a:cubicBezTo>
                  <a:pt x="1257" y="14387"/>
                  <a:pt x="2085" y="20254"/>
                  <a:pt x="3169" y="29764"/>
                </a:cubicBezTo>
                <a:cubicBezTo>
                  <a:pt x="4191" y="38745"/>
                  <a:pt x="5916" y="47195"/>
                  <a:pt x="7433" y="54650"/>
                </a:cubicBezTo>
                <a:cubicBezTo>
                  <a:pt x="9332" y="63988"/>
                  <a:pt x="10832" y="71364"/>
                  <a:pt x="10142" y="75666"/>
                </a:cubicBezTo>
                <a:cubicBezTo>
                  <a:pt x="8881" y="83524"/>
                  <a:pt x="10085" y="99778"/>
                  <a:pt x="10137" y="100467"/>
                </a:cubicBezTo>
                <a:lnTo>
                  <a:pt x="11088" y="100385"/>
                </a:lnTo>
                <a:cubicBezTo>
                  <a:pt x="11073" y="100214"/>
                  <a:pt x="9837" y="83563"/>
                  <a:pt x="11080" y="75835"/>
                </a:cubicBezTo>
                <a:cubicBezTo>
                  <a:pt x="11801" y="71344"/>
                  <a:pt x="10283" y="63881"/>
                  <a:pt x="8359" y="54432"/>
                </a:cubicBezTo>
                <a:cubicBezTo>
                  <a:pt x="6848" y="46996"/>
                  <a:pt x="5130" y="38568"/>
                  <a:pt x="4111" y="29638"/>
                </a:cubicBezTo>
                <a:cubicBezTo>
                  <a:pt x="3028" y="20113"/>
                  <a:pt x="2197" y="14237"/>
                  <a:pt x="1702" y="10727"/>
                </a:cubicBezTo>
                <a:cubicBezTo>
                  <a:pt x="1273" y="7688"/>
                  <a:pt x="1037" y="6031"/>
                  <a:pt x="1147" y="5506"/>
                </a:cubicBezTo>
                <a:cubicBezTo>
                  <a:pt x="2485" y="5046"/>
                  <a:pt x="11654" y="2596"/>
                  <a:pt x="17776" y="989"/>
                </a:cubicBezTo>
                <a:lnTo>
                  <a:pt x="1754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76"/>
          <p:cNvSpPr/>
          <p:nvPr/>
        </p:nvSpPr>
        <p:spPr>
          <a:xfrm>
            <a:off x="5736207" y="1927270"/>
            <a:ext cx="715333" cy="287780"/>
          </a:xfrm>
          <a:custGeom>
            <a:rect b="b" l="l" r="r" t="t"/>
            <a:pathLst>
              <a:path extrusionOk="0" h="18843" w="46838">
                <a:moveTo>
                  <a:pt x="1" y="0"/>
                </a:moveTo>
                <a:lnTo>
                  <a:pt x="1" y="16111"/>
                </a:lnTo>
                <a:cubicBezTo>
                  <a:pt x="1" y="16111"/>
                  <a:pt x="3719" y="18843"/>
                  <a:pt x="9684" y="18843"/>
                </a:cubicBezTo>
                <a:cubicBezTo>
                  <a:pt x="9937" y="18843"/>
                  <a:pt x="10193" y="18838"/>
                  <a:pt x="10453" y="18828"/>
                </a:cubicBezTo>
                <a:cubicBezTo>
                  <a:pt x="16875" y="18570"/>
                  <a:pt x="22646" y="17653"/>
                  <a:pt x="30099" y="17475"/>
                </a:cubicBezTo>
                <a:cubicBezTo>
                  <a:pt x="30315" y="17470"/>
                  <a:pt x="30534" y="17467"/>
                  <a:pt x="30754" y="17467"/>
                </a:cubicBezTo>
                <a:cubicBezTo>
                  <a:pt x="34260" y="17467"/>
                  <a:pt x="38263" y="18072"/>
                  <a:pt x="41301" y="18072"/>
                </a:cubicBezTo>
                <a:cubicBezTo>
                  <a:pt x="44658" y="18072"/>
                  <a:pt x="46838" y="17334"/>
                  <a:pt x="45868" y="14230"/>
                </a:cubicBezTo>
                <a:cubicBezTo>
                  <a:pt x="43967" y="8139"/>
                  <a:pt x="37972" y="0"/>
                  <a:pt x="379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6"/>
          <p:cNvSpPr/>
          <p:nvPr/>
        </p:nvSpPr>
        <p:spPr>
          <a:xfrm>
            <a:off x="5784834" y="2225420"/>
            <a:ext cx="568259" cy="88596"/>
          </a:xfrm>
          <a:custGeom>
            <a:rect b="b" l="l" r="r" t="t"/>
            <a:pathLst>
              <a:path extrusionOk="0" h="5801" w="37208">
                <a:moveTo>
                  <a:pt x="24728" y="1"/>
                </a:moveTo>
                <a:cubicBezTo>
                  <a:pt x="21487" y="1"/>
                  <a:pt x="17867" y="368"/>
                  <a:pt x="13882" y="1103"/>
                </a:cubicBezTo>
                <a:cubicBezTo>
                  <a:pt x="6259" y="2510"/>
                  <a:pt x="66" y="4819"/>
                  <a:pt x="1" y="4838"/>
                </a:cubicBezTo>
                <a:lnTo>
                  <a:pt x="317" y="5801"/>
                </a:lnTo>
                <a:cubicBezTo>
                  <a:pt x="489" y="5734"/>
                  <a:pt x="13187" y="1042"/>
                  <a:pt x="24735" y="1042"/>
                </a:cubicBezTo>
                <a:cubicBezTo>
                  <a:pt x="29169" y="1042"/>
                  <a:pt x="33434" y="1734"/>
                  <a:pt x="36755" y="3646"/>
                </a:cubicBezTo>
                <a:lnTo>
                  <a:pt x="37207" y="2749"/>
                </a:lnTo>
                <a:cubicBezTo>
                  <a:pt x="34025" y="917"/>
                  <a:pt x="29849" y="1"/>
                  <a:pt x="247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6"/>
          <p:cNvSpPr/>
          <p:nvPr/>
        </p:nvSpPr>
        <p:spPr>
          <a:xfrm>
            <a:off x="5736207" y="1992881"/>
            <a:ext cx="1814846" cy="361928"/>
          </a:xfrm>
          <a:custGeom>
            <a:rect b="b" l="l" r="r" t="t"/>
            <a:pathLst>
              <a:path extrusionOk="0" h="23698" w="118831">
                <a:moveTo>
                  <a:pt x="103547" y="0"/>
                </a:moveTo>
                <a:cubicBezTo>
                  <a:pt x="88587" y="0"/>
                  <a:pt x="72603" y="6575"/>
                  <a:pt x="64936" y="9756"/>
                </a:cubicBezTo>
                <a:cubicBezTo>
                  <a:pt x="64088" y="10110"/>
                  <a:pt x="63336" y="10418"/>
                  <a:pt x="62697" y="10676"/>
                </a:cubicBezTo>
                <a:cubicBezTo>
                  <a:pt x="53512" y="14370"/>
                  <a:pt x="29256" y="19757"/>
                  <a:pt x="19110" y="20768"/>
                </a:cubicBezTo>
                <a:cubicBezTo>
                  <a:pt x="17892" y="20890"/>
                  <a:pt x="16683" y="20943"/>
                  <a:pt x="15500" y="20943"/>
                </a:cubicBezTo>
                <a:cubicBezTo>
                  <a:pt x="7162" y="20943"/>
                  <a:pt x="120" y="18292"/>
                  <a:pt x="1" y="18249"/>
                </a:cubicBezTo>
                <a:lnTo>
                  <a:pt x="1" y="21148"/>
                </a:lnTo>
                <a:cubicBezTo>
                  <a:pt x="536" y="21341"/>
                  <a:pt x="6464" y="23697"/>
                  <a:pt x="16340" y="23697"/>
                </a:cubicBezTo>
                <a:cubicBezTo>
                  <a:pt x="17366" y="23697"/>
                  <a:pt x="18377" y="23652"/>
                  <a:pt x="19354" y="23552"/>
                </a:cubicBezTo>
                <a:cubicBezTo>
                  <a:pt x="29769" y="22515"/>
                  <a:pt x="54012" y="17153"/>
                  <a:pt x="63614" y="13293"/>
                </a:cubicBezTo>
                <a:cubicBezTo>
                  <a:pt x="64259" y="13034"/>
                  <a:pt x="65020" y="12718"/>
                  <a:pt x="65881" y="12365"/>
                </a:cubicBezTo>
                <a:cubicBezTo>
                  <a:pt x="73386" y="9251"/>
                  <a:pt x="89135" y="2756"/>
                  <a:pt x="103582" y="2756"/>
                </a:cubicBezTo>
                <a:cubicBezTo>
                  <a:pt x="109019" y="2756"/>
                  <a:pt x="114272" y="3676"/>
                  <a:pt x="118831" y="6042"/>
                </a:cubicBezTo>
                <a:lnTo>
                  <a:pt x="118831" y="3003"/>
                </a:lnTo>
                <a:cubicBezTo>
                  <a:pt x="114157" y="848"/>
                  <a:pt x="108918" y="0"/>
                  <a:pt x="1035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6"/>
          <p:cNvSpPr/>
          <p:nvPr/>
        </p:nvSpPr>
        <p:spPr>
          <a:xfrm>
            <a:off x="6473059" y="1927270"/>
            <a:ext cx="406508" cy="203980"/>
          </a:xfrm>
          <a:custGeom>
            <a:rect b="b" l="l" r="r" t="t"/>
            <a:pathLst>
              <a:path extrusionOk="0" h="13356" w="26617">
                <a:moveTo>
                  <a:pt x="0" y="0"/>
                </a:moveTo>
                <a:cubicBezTo>
                  <a:pt x="0" y="0"/>
                  <a:pt x="7469" y="13356"/>
                  <a:pt x="11167" y="13356"/>
                </a:cubicBezTo>
                <a:cubicBezTo>
                  <a:pt x="14868" y="13356"/>
                  <a:pt x="22082" y="11084"/>
                  <a:pt x="24240" y="8523"/>
                </a:cubicBezTo>
                <a:cubicBezTo>
                  <a:pt x="25627" y="6873"/>
                  <a:pt x="26616" y="0"/>
                  <a:pt x="266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6"/>
          <p:cNvSpPr/>
          <p:nvPr/>
        </p:nvSpPr>
        <p:spPr>
          <a:xfrm>
            <a:off x="6396574" y="2433126"/>
            <a:ext cx="121340" cy="56676"/>
          </a:xfrm>
          <a:custGeom>
            <a:rect b="b" l="l" r="r" t="t"/>
            <a:pathLst>
              <a:path extrusionOk="0" h="3711" w="7945">
                <a:moveTo>
                  <a:pt x="7611" y="1"/>
                </a:moveTo>
                <a:lnTo>
                  <a:pt x="0" y="1151"/>
                </a:lnTo>
                <a:lnTo>
                  <a:pt x="338" y="3710"/>
                </a:lnTo>
                <a:lnTo>
                  <a:pt x="7944" y="2561"/>
                </a:lnTo>
                <a:lnTo>
                  <a:pt x="7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76"/>
          <p:cNvSpPr/>
          <p:nvPr/>
        </p:nvSpPr>
        <p:spPr>
          <a:xfrm>
            <a:off x="6396574" y="2445207"/>
            <a:ext cx="48857" cy="101608"/>
          </a:xfrm>
          <a:custGeom>
            <a:rect b="b" l="l" r="r" t="t"/>
            <a:pathLst>
              <a:path extrusionOk="0" h="6653" w="3199">
                <a:moveTo>
                  <a:pt x="2367" y="1"/>
                </a:moveTo>
                <a:lnTo>
                  <a:pt x="0" y="360"/>
                </a:lnTo>
                <a:lnTo>
                  <a:pt x="828" y="6653"/>
                </a:lnTo>
                <a:lnTo>
                  <a:pt x="3199" y="6300"/>
                </a:lnTo>
                <a:lnTo>
                  <a:pt x="236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6"/>
          <p:cNvSpPr/>
          <p:nvPr/>
        </p:nvSpPr>
        <p:spPr>
          <a:xfrm>
            <a:off x="6417345" y="2563110"/>
            <a:ext cx="121355" cy="56676"/>
          </a:xfrm>
          <a:custGeom>
            <a:rect b="b" l="l" r="r" t="t"/>
            <a:pathLst>
              <a:path extrusionOk="0" h="3711" w="7946">
                <a:moveTo>
                  <a:pt x="7611" y="1"/>
                </a:moveTo>
                <a:lnTo>
                  <a:pt x="1" y="1153"/>
                </a:lnTo>
                <a:lnTo>
                  <a:pt x="338" y="3711"/>
                </a:lnTo>
                <a:lnTo>
                  <a:pt x="7946" y="2562"/>
                </a:lnTo>
                <a:lnTo>
                  <a:pt x="7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6"/>
          <p:cNvSpPr/>
          <p:nvPr/>
        </p:nvSpPr>
        <p:spPr>
          <a:xfrm>
            <a:off x="6417345" y="2575252"/>
            <a:ext cx="48811" cy="101577"/>
          </a:xfrm>
          <a:custGeom>
            <a:rect b="b" l="l" r="r" t="t"/>
            <a:pathLst>
              <a:path extrusionOk="0" h="6651" w="3196">
                <a:moveTo>
                  <a:pt x="2368" y="0"/>
                </a:moveTo>
                <a:lnTo>
                  <a:pt x="1" y="358"/>
                </a:lnTo>
                <a:lnTo>
                  <a:pt x="828" y="6650"/>
                </a:lnTo>
                <a:lnTo>
                  <a:pt x="3195" y="6297"/>
                </a:lnTo>
                <a:lnTo>
                  <a:pt x="23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6"/>
          <p:cNvSpPr/>
          <p:nvPr/>
        </p:nvSpPr>
        <p:spPr>
          <a:xfrm>
            <a:off x="6693808" y="2841788"/>
            <a:ext cx="121462" cy="56585"/>
          </a:xfrm>
          <a:custGeom>
            <a:rect b="b" l="l" r="r" t="t"/>
            <a:pathLst>
              <a:path extrusionOk="0" h="3705" w="7953">
                <a:moveTo>
                  <a:pt x="7611" y="1"/>
                </a:moveTo>
                <a:lnTo>
                  <a:pt x="0" y="1149"/>
                </a:lnTo>
                <a:lnTo>
                  <a:pt x="338" y="3704"/>
                </a:lnTo>
                <a:lnTo>
                  <a:pt x="7953" y="2558"/>
                </a:lnTo>
                <a:lnTo>
                  <a:pt x="7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6"/>
          <p:cNvSpPr/>
          <p:nvPr/>
        </p:nvSpPr>
        <p:spPr>
          <a:xfrm>
            <a:off x="6693808" y="2853853"/>
            <a:ext cx="48918" cy="101577"/>
          </a:xfrm>
          <a:custGeom>
            <a:rect b="b" l="l" r="r" t="t"/>
            <a:pathLst>
              <a:path extrusionOk="0" h="6651" w="3203">
                <a:moveTo>
                  <a:pt x="2371" y="1"/>
                </a:moveTo>
                <a:lnTo>
                  <a:pt x="0" y="359"/>
                </a:lnTo>
                <a:lnTo>
                  <a:pt x="832" y="6650"/>
                </a:lnTo>
                <a:lnTo>
                  <a:pt x="3202" y="6293"/>
                </a:lnTo>
                <a:lnTo>
                  <a:pt x="237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6"/>
          <p:cNvSpPr/>
          <p:nvPr/>
        </p:nvSpPr>
        <p:spPr>
          <a:xfrm>
            <a:off x="6693808" y="2966258"/>
            <a:ext cx="121462" cy="56646"/>
          </a:xfrm>
          <a:custGeom>
            <a:rect b="b" l="l" r="r" t="t"/>
            <a:pathLst>
              <a:path extrusionOk="0" h="3709" w="7953">
                <a:moveTo>
                  <a:pt x="7611" y="0"/>
                </a:moveTo>
                <a:lnTo>
                  <a:pt x="0" y="1148"/>
                </a:lnTo>
                <a:lnTo>
                  <a:pt x="338" y="3709"/>
                </a:lnTo>
                <a:lnTo>
                  <a:pt x="7953" y="2562"/>
                </a:lnTo>
                <a:lnTo>
                  <a:pt x="761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76"/>
          <p:cNvSpPr/>
          <p:nvPr/>
        </p:nvSpPr>
        <p:spPr>
          <a:xfrm>
            <a:off x="6693808" y="2978354"/>
            <a:ext cx="48918" cy="101608"/>
          </a:xfrm>
          <a:custGeom>
            <a:rect b="b" l="l" r="r" t="t"/>
            <a:pathLst>
              <a:path extrusionOk="0" h="6653" w="3203">
                <a:moveTo>
                  <a:pt x="2371" y="0"/>
                </a:moveTo>
                <a:lnTo>
                  <a:pt x="0" y="356"/>
                </a:lnTo>
                <a:lnTo>
                  <a:pt x="832" y="6653"/>
                </a:lnTo>
                <a:lnTo>
                  <a:pt x="3202" y="6296"/>
                </a:lnTo>
                <a:lnTo>
                  <a:pt x="237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6"/>
          <p:cNvSpPr/>
          <p:nvPr/>
        </p:nvSpPr>
        <p:spPr>
          <a:xfrm>
            <a:off x="6430876" y="2686909"/>
            <a:ext cx="121340" cy="56646"/>
          </a:xfrm>
          <a:custGeom>
            <a:rect b="b" l="l" r="r" t="t"/>
            <a:pathLst>
              <a:path extrusionOk="0" h="3709" w="7945">
                <a:moveTo>
                  <a:pt x="7610" y="1"/>
                </a:moveTo>
                <a:lnTo>
                  <a:pt x="0" y="1147"/>
                </a:lnTo>
                <a:lnTo>
                  <a:pt x="337" y="3708"/>
                </a:lnTo>
                <a:lnTo>
                  <a:pt x="7944" y="2562"/>
                </a:lnTo>
                <a:lnTo>
                  <a:pt x="761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76"/>
          <p:cNvSpPr/>
          <p:nvPr/>
        </p:nvSpPr>
        <p:spPr>
          <a:xfrm>
            <a:off x="6398315" y="2747083"/>
            <a:ext cx="244620" cy="60433"/>
          </a:xfrm>
          <a:custGeom>
            <a:rect b="b" l="l" r="r" t="t"/>
            <a:pathLst>
              <a:path extrusionOk="0" h="3957" w="16017">
                <a:moveTo>
                  <a:pt x="16009" y="1"/>
                </a:moveTo>
                <a:cubicBezTo>
                  <a:pt x="14522" y="18"/>
                  <a:pt x="1478" y="269"/>
                  <a:pt x="0" y="3507"/>
                </a:cubicBezTo>
                <a:lnTo>
                  <a:pt x="852" y="3956"/>
                </a:lnTo>
                <a:cubicBezTo>
                  <a:pt x="1774" y="1942"/>
                  <a:pt x="10643" y="1084"/>
                  <a:pt x="16016" y="1019"/>
                </a:cubicBezTo>
                <a:lnTo>
                  <a:pt x="1600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76"/>
          <p:cNvSpPr/>
          <p:nvPr/>
        </p:nvSpPr>
        <p:spPr>
          <a:xfrm>
            <a:off x="6291530" y="2270077"/>
            <a:ext cx="308138" cy="122745"/>
          </a:xfrm>
          <a:custGeom>
            <a:rect b="b" l="l" r="r" t="t"/>
            <a:pathLst>
              <a:path extrusionOk="0" h="8037" w="20176">
                <a:moveTo>
                  <a:pt x="17114" y="0"/>
                </a:moveTo>
                <a:lnTo>
                  <a:pt x="0" y="4149"/>
                </a:lnTo>
                <a:cubicBezTo>
                  <a:pt x="0" y="4149"/>
                  <a:pt x="1006" y="6641"/>
                  <a:pt x="1611" y="7827"/>
                </a:cubicBezTo>
                <a:cubicBezTo>
                  <a:pt x="1686" y="7973"/>
                  <a:pt x="1867" y="8037"/>
                  <a:pt x="2138" y="8037"/>
                </a:cubicBezTo>
                <a:cubicBezTo>
                  <a:pt x="4023" y="8037"/>
                  <a:pt x="10239" y="4938"/>
                  <a:pt x="14773" y="4938"/>
                </a:cubicBezTo>
                <a:cubicBezTo>
                  <a:pt x="14878" y="4938"/>
                  <a:pt x="14982" y="4940"/>
                  <a:pt x="15085" y="4943"/>
                </a:cubicBezTo>
                <a:cubicBezTo>
                  <a:pt x="15170" y="4946"/>
                  <a:pt x="15253" y="4947"/>
                  <a:pt x="15334" y="4947"/>
                </a:cubicBezTo>
                <a:cubicBezTo>
                  <a:pt x="20176" y="4947"/>
                  <a:pt x="17114" y="1"/>
                  <a:pt x="17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76"/>
          <p:cNvSpPr/>
          <p:nvPr/>
        </p:nvSpPr>
        <p:spPr>
          <a:xfrm>
            <a:off x="6828542" y="2358779"/>
            <a:ext cx="55546" cy="130305"/>
          </a:xfrm>
          <a:custGeom>
            <a:rect b="b" l="l" r="r" t="t"/>
            <a:pathLst>
              <a:path extrusionOk="0" h="8532" w="3637">
                <a:moveTo>
                  <a:pt x="1528" y="1"/>
                </a:moveTo>
                <a:lnTo>
                  <a:pt x="1" y="457"/>
                </a:lnTo>
                <a:lnTo>
                  <a:pt x="2111" y="8532"/>
                </a:lnTo>
                <a:lnTo>
                  <a:pt x="3637" y="8075"/>
                </a:lnTo>
                <a:lnTo>
                  <a:pt x="152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76"/>
          <p:cNvSpPr/>
          <p:nvPr/>
        </p:nvSpPr>
        <p:spPr>
          <a:xfrm>
            <a:off x="6787413" y="2198036"/>
            <a:ext cx="55592" cy="130351"/>
          </a:xfrm>
          <a:custGeom>
            <a:rect b="b" l="l" r="r" t="t"/>
            <a:pathLst>
              <a:path extrusionOk="0" h="8535" w="3640">
                <a:moveTo>
                  <a:pt x="1527" y="1"/>
                </a:moveTo>
                <a:lnTo>
                  <a:pt x="0" y="461"/>
                </a:lnTo>
                <a:lnTo>
                  <a:pt x="2116" y="8535"/>
                </a:lnTo>
                <a:lnTo>
                  <a:pt x="3639" y="8079"/>
                </a:lnTo>
                <a:lnTo>
                  <a:pt x="15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6"/>
          <p:cNvSpPr/>
          <p:nvPr/>
        </p:nvSpPr>
        <p:spPr>
          <a:xfrm>
            <a:off x="6783182" y="2689231"/>
            <a:ext cx="64114" cy="129205"/>
          </a:xfrm>
          <a:custGeom>
            <a:rect b="b" l="l" r="r" t="t"/>
            <a:pathLst>
              <a:path extrusionOk="0" h="8460" w="4198">
                <a:moveTo>
                  <a:pt x="2708" y="0"/>
                </a:moveTo>
                <a:lnTo>
                  <a:pt x="0" y="7870"/>
                </a:lnTo>
                <a:lnTo>
                  <a:pt x="1485" y="8459"/>
                </a:lnTo>
                <a:lnTo>
                  <a:pt x="4197" y="590"/>
                </a:lnTo>
                <a:lnTo>
                  <a:pt x="270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6"/>
          <p:cNvSpPr/>
          <p:nvPr/>
        </p:nvSpPr>
        <p:spPr>
          <a:xfrm>
            <a:off x="6834299" y="2532138"/>
            <a:ext cx="64068" cy="129144"/>
          </a:xfrm>
          <a:custGeom>
            <a:rect b="b" l="l" r="r" t="t"/>
            <a:pathLst>
              <a:path extrusionOk="0" h="8456" w="4195">
                <a:moveTo>
                  <a:pt x="2709" y="1"/>
                </a:moveTo>
                <a:lnTo>
                  <a:pt x="0" y="7870"/>
                </a:lnTo>
                <a:lnTo>
                  <a:pt x="1486" y="8455"/>
                </a:lnTo>
                <a:lnTo>
                  <a:pt x="4194" y="589"/>
                </a:lnTo>
                <a:lnTo>
                  <a:pt x="27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6"/>
          <p:cNvSpPr/>
          <p:nvPr/>
        </p:nvSpPr>
        <p:spPr>
          <a:xfrm>
            <a:off x="6564343" y="2582796"/>
            <a:ext cx="36914" cy="130122"/>
          </a:xfrm>
          <a:custGeom>
            <a:rect b="b" l="l" r="r" t="t"/>
            <a:pathLst>
              <a:path extrusionOk="0" h="8520" w="2417">
                <a:moveTo>
                  <a:pt x="1576" y="1"/>
                </a:moveTo>
                <a:lnTo>
                  <a:pt x="0" y="183"/>
                </a:lnTo>
                <a:lnTo>
                  <a:pt x="843" y="8519"/>
                </a:lnTo>
                <a:lnTo>
                  <a:pt x="2416" y="8338"/>
                </a:lnTo>
                <a:lnTo>
                  <a:pt x="157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76"/>
          <p:cNvSpPr/>
          <p:nvPr/>
        </p:nvSpPr>
        <p:spPr>
          <a:xfrm>
            <a:off x="5736207" y="2804064"/>
            <a:ext cx="279502" cy="363928"/>
          </a:xfrm>
          <a:custGeom>
            <a:rect b="b" l="l" r="r" t="t"/>
            <a:pathLst>
              <a:path extrusionOk="0" h="23829" w="18301">
                <a:moveTo>
                  <a:pt x="1" y="0"/>
                </a:moveTo>
                <a:lnTo>
                  <a:pt x="1" y="23828"/>
                </a:lnTo>
                <a:lnTo>
                  <a:pt x="18301" y="23828"/>
                </a:lnTo>
                <a:lnTo>
                  <a:pt x="183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76"/>
          <p:cNvSpPr/>
          <p:nvPr/>
        </p:nvSpPr>
        <p:spPr>
          <a:xfrm>
            <a:off x="5759421" y="2659999"/>
            <a:ext cx="49773" cy="52934"/>
          </a:xfrm>
          <a:custGeom>
            <a:rect b="b" l="l" r="r" t="t"/>
            <a:pathLst>
              <a:path extrusionOk="0" h="3466" w="3259">
                <a:moveTo>
                  <a:pt x="1" y="0"/>
                </a:moveTo>
                <a:lnTo>
                  <a:pt x="1" y="3465"/>
                </a:lnTo>
                <a:lnTo>
                  <a:pt x="3258" y="3465"/>
                </a:lnTo>
                <a:lnTo>
                  <a:pt x="325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6"/>
          <p:cNvSpPr/>
          <p:nvPr/>
        </p:nvSpPr>
        <p:spPr>
          <a:xfrm>
            <a:off x="5759421" y="2726007"/>
            <a:ext cx="49773" cy="52950"/>
          </a:xfrm>
          <a:custGeom>
            <a:rect b="b" l="l" r="r" t="t"/>
            <a:pathLst>
              <a:path extrusionOk="0" h="3467" w="3259">
                <a:moveTo>
                  <a:pt x="1" y="1"/>
                </a:moveTo>
                <a:lnTo>
                  <a:pt x="1" y="3467"/>
                </a:lnTo>
                <a:lnTo>
                  <a:pt x="3258" y="3467"/>
                </a:lnTo>
                <a:lnTo>
                  <a:pt x="32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6"/>
          <p:cNvSpPr/>
          <p:nvPr/>
        </p:nvSpPr>
        <p:spPr>
          <a:xfrm>
            <a:off x="5833828" y="2662305"/>
            <a:ext cx="49743" cy="52934"/>
          </a:xfrm>
          <a:custGeom>
            <a:rect b="b" l="l" r="r" t="t"/>
            <a:pathLst>
              <a:path extrusionOk="0" h="3466" w="3257">
                <a:moveTo>
                  <a:pt x="1" y="0"/>
                </a:moveTo>
                <a:lnTo>
                  <a:pt x="1" y="3466"/>
                </a:lnTo>
                <a:lnTo>
                  <a:pt x="3256" y="3466"/>
                </a:lnTo>
                <a:lnTo>
                  <a:pt x="32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76"/>
          <p:cNvSpPr/>
          <p:nvPr/>
        </p:nvSpPr>
        <p:spPr>
          <a:xfrm>
            <a:off x="5833828" y="2728343"/>
            <a:ext cx="49743" cy="52934"/>
          </a:xfrm>
          <a:custGeom>
            <a:rect b="b" l="l" r="r" t="t"/>
            <a:pathLst>
              <a:path extrusionOk="0" h="3466" w="3257">
                <a:moveTo>
                  <a:pt x="1" y="0"/>
                </a:moveTo>
                <a:lnTo>
                  <a:pt x="1" y="3465"/>
                </a:lnTo>
                <a:lnTo>
                  <a:pt x="3256" y="3465"/>
                </a:lnTo>
                <a:lnTo>
                  <a:pt x="32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76"/>
          <p:cNvSpPr/>
          <p:nvPr/>
        </p:nvSpPr>
        <p:spPr>
          <a:xfrm>
            <a:off x="6312362" y="3135218"/>
            <a:ext cx="49712" cy="52858"/>
          </a:xfrm>
          <a:custGeom>
            <a:rect b="b" l="l" r="r" t="t"/>
            <a:pathLst>
              <a:path extrusionOk="0" h="3461" w="3255">
                <a:moveTo>
                  <a:pt x="0" y="0"/>
                </a:moveTo>
                <a:lnTo>
                  <a:pt x="0" y="3460"/>
                </a:lnTo>
                <a:lnTo>
                  <a:pt x="3254" y="3460"/>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6"/>
          <p:cNvSpPr/>
          <p:nvPr/>
        </p:nvSpPr>
        <p:spPr>
          <a:xfrm>
            <a:off x="6312362" y="3201226"/>
            <a:ext cx="49712" cy="52934"/>
          </a:xfrm>
          <a:custGeom>
            <a:rect b="b" l="l" r="r" t="t"/>
            <a:pathLst>
              <a:path extrusionOk="0" h="3466" w="3255">
                <a:moveTo>
                  <a:pt x="0" y="1"/>
                </a:moveTo>
                <a:lnTo>
                  <a:pt x="0" y="3466"/>
                </a:lnTo>
                <a:lnTo>
                  <a:pt x="3254" y="3466"/>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6"/>
          <p:cNvSpPr/>
          <p:nvPr/>
        </p:nvSpPr>
        <p:spPr>
          <a:xfrm>
            <a:off x="6386739" y="3137524"/>
            <a:ext cx="49697" cy="52889"/>
          </a:xfrm>
          <a:custGeom>
            <a:rect b="b" l="l" r="r" t="t"/>
            <a:pathLst>
              <a:path extrusionOk="0" h="3463" w="3254">
                <a:moveTo>
                  <a:pt x="0" y="1"/>
                </a:moveTo>
                <a:lnTo>
                  <a:pt x="0" y="3462"/>
                </a:lnTo>
                <a:lnTo>
                  <a:pt x="3254" y="3462"/>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6"/>
          <p:cNvSpPr/>
          <p:nvPr/>
        </p:nvSpPr>
        <p:spPr>
          <a:xfrm>
            <a:off x="6386739" y="3203563"/>
            <a:ext cx="49697" cy="52934"/>
          </a:xfrm>
          <a:custGeom>
            <a:rect b="b" l="l" r="r" t="t"/>
            <a:pathLst>
              <a:path extrusionOk="0" h="3466" w="3254">
                <a:moveTo>
                  <a:pt x="0" y="0"/>
                </a:moveTo>
                <a:lnTo>
                  <a:pt x="0" y="3465"/>
                </a:lnTo>
                <a:lnTo>
                  <a:pt x="3254" y="3465"/>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76"/>
          <p:cNvSpPr/>
          <p:nvPr/>
        </p:nvSpPr>
        <p:spPr>
          <a:xfrm>
            <a:off x="6312362" y="3290585"/>
            <a:ext cx="49712" cy="52950"/>
          </a:xfrm>
          <a:custGeom>
            <a:rect b="b" l="l" r="r" t="t"/>
            <a:pathLst>
              <a:path extrusionOk="0" h="3467" w="3255">
                <a:moveTo>
                  <a:pt x="0" y="0"/>
                </a:moveTo>
                <a:lnTo>
                  <a:pt x="0" y="3467"/>
                </a:lnTo>
                <a:lnTo>
                  <a:pt x="3254" y="3467"/>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6"/>
          <p:cNvSpPr/>
          <p:nvPr/>
        </p:nvSpPr>
        <p:spPr>
          <a:xfrm>
            <a:off x="6312362" y="3356700"/>
            <a:ext cx="49712" cy="52889"/>
          </a:xfrm>
          <a:custGeom>
            <a:rect b="b" l="l" r="r" t="t"/>
            <a:pathLst>
              <a:path extrusionOk="0" h="3463" w="3255">
                <a:moveTo>
                  <a:pt x="0" y="0"/>
                </a:moveTo>
                <a:lnTo>
                  <a:pt x="0" y="3462"/>
                </a:lnTo>
                <a:lnTo>
                  <a:pt x="3254" y="3462"/>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76"/>
          <p:cNvSpPr/>
          <p:nvPr/>
        </p:nvSpPr>
        <p:spPr>
          <a:xfrm>
            <a:off x="6386739" y="3292922"/>
            <a:ext cx="49697" cy="52873"/>
          </a:xfrm>
          <a:custGeom>
            <a:rect b="b" l="l" r="r" t="t"/>
            <a:pathLst>
              <a:path extrusionOk="0" h="3462" w="3254">
                <a:moveTo>
                  <a:pt x="0" y="1"/>
                </a:moveTo>
                <a:lnTo>
                  <a:pt x="0" y="3462"/>
                </a:lnTo>
                <a:lnTo>
                  <a:pt x="3254" y="3462"/>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76"/>
          <p:cNvSpPr/>
          <p:nvPr/>
        </p:nvSpPr>
        <p:spPr>
          <a:xfrm>
            <a:off x="6386739" y="3358975"/>
            <a:ext cx="49697" cy="52889"/>
          </a:xfrm>
          <a:custGeom>
            <a:rect b="b" l="l" r="r" t="t"/>
            <a:pathLst>
              <a:path extrusionOk="0" h="3463" w="3254">
                <a:moveTo>
                  <a:pt x="0" y="0"/>
                </a:moveTo>
                <a:lnTo>
                  <a:pt x="0" y="3462"/>
                </a:lnTo>
                <a:lnTo>
                  <a:pt x="3254" y="3462"/>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6"/>
          <p:cNvSpPr/>
          <p:nvPr/>
        </p:nvSpPr>
        <p:spPr>
          <a:xfrm>
            <a:off x="5759421" y="3181097"/>
            <a:ext cx="49773" cy="52889"/>
          </a:xfrm>
          <a:custGeom>
            <a:rect b="b" l="l" r="r" t="t"/>
            <a:pathLst>
              <a:path extrusionOk="0" h="3463" w="3259">
                <a:moveTo>
                  <a:pt x="1" y="1"/>
                </a:moveTo>
                <a:lnTo>
                  <a:pt x="1" y="3463"/>
                </a:lnTo>
                <a:lnTo>
                  <a:pt x="3258" y="3463"/>
                </a:lnTo>
                <a:lnTo>
                  <a:pt x="32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76"/>
          <p:cNvSpPr/>
          <p:nvPr/>
        </p:nvSpPr>
        <p:spPr>
          <a:xfrm>
            <a:off x="5835692" y="3181097"/>
            <a:ext cx="49697" cy="52889"/>
          </a:xfrm>
          <a:custGeom>
            <a:rect b="b" l="l" r="r" t="t"/>
            <a:pathLst>
              <a:path extrusionOk="0" h="3463" w="3254">
                <a:moveTo>
                  <a:pt x="0" y="1"/>
                </a:moveTo>
                <a:lnTo>
                  <a:pt x="0" y="3463"/>
                </a:lnTo>
                <a:lnTo>
                  <a:pt x="3254" y="3463"/>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76"/>
          <p:cNvSpPr/>
          <p:nvPr/>
        </p:nvSpPr>
        <p:spPr>
          <a:xfrm>
            <a:off x="5911886" y="3181097"/>
            <a:ext cx="49743" cy="52889"/>
          </a:xfrm>
          <a:custGeom>
            <a:rect b="b" l="l" r="r" t="t"/>
            <a:pathLst>
              <a:path extrusionOk="0" h="3463" w="3257">
                <a:moveTo>
                  <a:pt x="0" y="1"/>
                </a:moveTo>
                <a:lnTo>
                  <a:pt x="0" y="3463"/>
                </a:lnTo>
                <a:lnTo>
                  <a:pt x="3257" y="3463"/>
                </a:lnTo>
                <a:lnTo>
                  <a:pt x="325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6"/>
          <p:cNvSpPr/>
          <p:nvPr/>
        </p:nvSpPr>
        <p:spPr>
          <a:xfrm>
            <a:off x="5988126" y="3181097"/>
            <a:ext cx="49697" cy="52889"/>
          </a:xfrm>
          <a:custGeom>
            <a:rect b="b" l="l" r="r" t="t"/>
            <a:pathLst>
              <a:path extrusionOk="0" h="3463" w="3254">
                <a:moveTo>
                  <a:pt x="1" y="1"/>
                </a:moveTo>
                <a:lnTo>
                  <a:pt x="1" y="3463"/>
                </a:lnTo>
                <a:lnTo>
                  <a:pt x="3253" y="3463"/>
                </a:lnTo>
                <a:lnTo>
                  <a:pt x="3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76"/>
          <p:cNvSpPr/>
          <p:nvPr/>
        </p:nvSpPr>
        <p:spPr>
          <a:xfrm>
            <a:off x="6037808" y="2804064"/>
            <a:ext cx="40808" cy="363928"/>
          </a:xfrm>
          <a:custGeom>
            <a:rect b="b" l="l" r="r" t="t"/>
            <a:pathLst>
              <a:path extrusionOk="0" h="23829" w="2672">
                <a:moveTo>
                  <a:pt x="0" y="0"/>
                </a:moveTo>
                <a:lnTo>
                  <a:pt x="0" y="23828"/>
                </a:lnTo>
                <a:lnTo>
                  <a:pt x="2672" y="23828"/>
                </a:lnTo>
                <a:lnTo>
                  <a:pt x="26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76"/>
          <p:cNvSpPr/>
          <p:nvPr/>
        </p:nvSpPr>
        <p:spPr>
          <a:xfrm>
            <a:off x="5736207" y="2356595"/>
            <a:ext cx="407684" cy="237701"/>
          </a:xfrm>
          <a:custGeom>
            <a:rect b="b" l="l" r="r" t="t"/>
            <a:pathLst>
              <a:path extrusionOk="0" h="15564" w="26694">
                <a:moveTo>
                  <a:pt x="1" y="1"/>
                </a:moveTo>
                <a:lnTo>
                  <a:pt x="1" y="15563"/>
                </a:lnTo>
                <a:cubicBezTo>
                  <a:pt x="3724" y="15392"/>
                  <a:pt x="11961" y="9285"/>
                  <a:pt x="14759" y="6865"/>
                </a:cubicBezTo>
                <a:cubicBezTo>
                  <a:pt x="17552" y="4450"/>
                  <a:pt x="26694" y="1990"/>
                  <a:pt x="24516" y="1189"/>
                </a:cubicBezTo>
                <a:cubicBezTo>
                  <a:pt x="24143" y="1050"/>
                  <a:pt x="23678" y="993"/>
                  <a:pt x="23127" y="993"/>
                </a:cubicBezTo>
                <a:cubicBezTo>
                  <a:pt x="20462" y="993"/>
                  <a:pt x="15787" y="2339"/>
                  <a:pt x="9767" y="2371"/>
                </a:cubicBezTo>
                <a:cubicBezTo>
                  <a:pt x="9703" y="2371"/>
                  <a:pt x="9640" y="2371"/>
                  <a:pt x="9577" y="2371"/>
                </a:cubicBezTo>
                <a:cubicBezTo>
                  <a:pt x="2457" y="2371"/>
                  <a:pt x="1"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76"/>
          <p:cNvSpPr/>
          <p:nvPr/>
        </p:nvSpPr>
        <p:spPr>
          <a:xfrm>
            <a:off x="7157236" y="3009357"/>
            <a:ext cx="288543" cy="341936"/>
          </a:xfrm>
          <a:custGeom>
            <a:rect b="b" l="l" r="r" t="t"/>
            <a:pathLst>
              <a:path extrusionOk="0" h="22389" w="18893">
                <a:moveTo>
                  <a:pt x="12121" y="0"/>
                </a:moveTo>
                <a:cubicBezTo>
                  <a:pt x="12120" y="1"/>
                  <a:pt x="3686" y="7507"/>
                  <a:pt x="1308" y="11247"/>
                </a:cubicBezTo>
                <a:cubicBezTo>
                  <a:pt x="1308" y="11247"/>
                  <a:pt x="0" y="13483"/>
                  <a:pt x="1308" y="16916"/>
                </a:cubicBezTo>
                <a:cubicBezTo>
                  <a:pt x="2614" y="20349"/>
                  <a:pt x="3800" y="22389"/>
                  <a:pt x="3800" y="22389"/>
                </a:cubicBezTo>
                <a:lnTo>
                  <a:pt x="18892" y="10388"/>
                </a:lnTo>
                <a:lnTo>
                  <a:pt x="12121" y="0"/>
                </a:lnTo>
                <a:cubicBezTo>
                  <a:pt x="12121" y="0"/>
                  <a:pt x="12121" y="0"/>
                  <a:pt x="12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6"/>
          <p:cNvSpPr/>
          <p:nvPr/>
        </p:nvSpPr>
        <p:spPr>
          <a:xfrm>
            <a:off x="5868711" y="3442531"/>
            <a:ext cx="195992" cy="209859"/>
          </a:xfrm>
          <a:custGeom>
            <a:rect b="b" l="l" r="r" t="t"/>
            <a:pathLst>
              <a:path extrusionOk="0" h="13741" w="12833">
                <a:moveTo>
                  <a:pt x="6419" y="1019"/>
                </a:moveTo>
                <a:cubicBezTo>
                  <a:pt x="9432" y="1019"/>
                  <a:pt x="11883" y="3646"/>
                  <a:pt x="11883" y="6871"/>
                </a:cubicBezTo>
                <a:cubicBezTo>
                  <a:pt x="11883" y="10100"/>
                  <a:pt x="9432" y="12722"/>
                  <a:pt x="6419" y="12722"/>
                </a:cubicBezTo>
                <a:cubicBezTo>
                  <a:pt x="3402" y="12722"/>
                  <a:pt x="951" y="10100"/>
                  <a:pt x="951" y="6871"/>
                </a:cubicBezTo>
                <a:cubicBezTo>
                  <a:pt x="951" y="3646"/>
                  <a:pt x="3401" y="1019"/>
                  <a:pt x="6419" y="1019"/>
                </a:cubicBezTo>
                <a:close/>
                <a:moveTo>
                  <a:pt x="6419" y="1"/>
                </a:moveTo>
                <a:cubicBezTo>
                  <a:pt x="2876" y="1"/>
                  <a:pt x="1" y="3083"/>
                  <a:pt x="1" y="6870"/>
                </a:cubicBezTo>
                <a:cubicBezTo>
                  <a:pt x="1" y="10659"/>
                  <a:pt x="2878" y="13741"/>
                  <a:pt x="6419" y="13741"/>
                </a:cubicBezTo>
                <a:cubicBezTo>
                  <a:pt x="9956" y="13741"/>
                  <a:pt x="12831" y="10660"/>
                  <a:pt x="12833" y="6870"/>
                </a:cubicBezTo>
                <a:cubicBezTo>
                  <a:pt x="12833" y="3083"/>
                  <a:pt x="9956" y="1"/>
                  <a:pt x="641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6"/>
          <p:cNvSpPr/>
          <p:nvPr/>
        </p:nvSpPr>
        <p:spPr>
          <a:xfrm>
            <a:off x="5826925" y="3272777"/>
            <a:ext cx="75232" cy="217251"/>
          </a:xfrm>
          <a:custGeom>
            <a:rect b="b" l="l" r="r" t="t"/>
            <a:pathLst>
              <a:path extrusionOk="0" h="14225" w="4926">
                <a:moveTo>
                  <a:pt x="909" y="0"/>
                </a:moveTo>
                <a:lnTo>
                  <a:pt x="1" y="298"/>
                </a:lnTo>
                <a:lnTo>
                  <a:pt x="4013" y="14224"/>
                </a:lnTo>
                <a:lnTo>
                  <a:pt x="4926" y="13928"/>
                </a:lnTo>
                <a:lnTo>
                  <a:pt x="90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6"/>
          <p:cNvSpPr/>
          <p:nvPr/>
        </p:nvSpPr>
        <p:spPr>
          <a:xfrm>
            <a:off x="6050820" y="3301032"/>
            <a:ext cx="220459" cy="234418"/>
          </a:xfrm>
          <a:custGeom>
            <a:rect b="b" l="l" r="r" t="t"/>
            <a:pathLst>
              <a:path extrusionOk="0" h="15349" w="14435">
                <a:moveTo>
                  <a:pt x="13766" y="1"/>
                </a:moveTo>
                <a:lnTo>
                  <a:pt x="0" y="14630"/>
                </a:lnTo>
                <a:lnTo>
                  <a:pt x="672" y="15349"/>
                </a:lnTo>
                <a:lnTo>
                  <a:pt x="14435" y="724"/>
                </a:lnTo>
                <a:lnTo>
                  <a:pt x="1376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76"/>
          <p:cNvSpPr/>
          <p:nvPr/>
        </p:nvSpPr>
        <p:spPr>
          <a:xfrm>
            <a:off x="5987790" y="3638447"/>
            <a:ext cx="32454" cy="231516"/>
          </a:xfrm>
          <a:custGeom>
            <a:rect b="b" l="l" r="r" t="t"/>
            <a:pathLst>
              <a:path extrusionOk="0" h="15159" w="2125">
                <a:moveTo>
                  <a:pt x="950" y="0"/>
                </a:moveTo>
                <a:lnTo>
                  <a:pt x="1" y="87"/>
                </a:lnTo>
                <a:lnTo>
                  <a:pt x="1179" y="15159"/>
                </a:lnTo>
                <a:lnTo>
                  <a:pt x="2124" y="15075"/>
                </a:lnTo>
                <a:lnTo>
                  <a:pt x="95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76"/>
          <p:cNvSpPr/>
          <p:nvPr/>
        </p:nvSpPr>
        <p:spPr>
          <a:xfrm>
            <a:off x="6625433" y="2199273"/>
            <a:ext cx="187577" cy="501809"/>
          </a:xfrm>
          <a:custGeom>
            <a:rect b="b" l="l" r="r" t="t"/>
            <a:pathLst>
              <a:path extrusionOk="0" h="32857" w="12282">
                <a:moveTo>
                  <a:pt x="4877" y="1"/>
                </a:moveTo>
                <a:lnTo>
                  <a:pt x="0" y="1652"/>
                </a:lnTo>
                <a:cubicBezTo>
                  <a:pt x="4044" y="8903"/>
                  <a:pt x="3686" y="29888"/>
                  <a:pt x="3927" y="31930"/>
                </a:cubicBezTo>
                <a:cubicBezTo>
                  <a:pt x="3997" y="32523"/>
                  <a:pt x="4187" y="32856"/>
                  <a:pt x="4501" y="32856"/>
                </a:cubicBezTo>
                <a:cubicBezTo>
                  <a:pt x="5266" y="32856"/>
                  <a:pt x="6766" y="30882"/>
                  <a:pt x="9052" y="25865"/>
                </a:cubicBezTo>
                <a:cubicBezTo>
                  <a:pt x="12282" y="18782"/>
                  <a:pt x="4877" y="1"/>
                  <a:pt x="48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6"/>
          <p:cNvSpPr/>
          <p:nvPr/>
        </p:nvSpPr>
        <p:spPr>
          <a:xfrm>
            <a:off x="5923371" y="2532138"/>
            <a:ext cx="92582" cy="87893"/>
          </a:xfrm>
          <a:custGeom>
            <a:rect b="b" l="l" r="r" t="t"/>
            <a:pathLst>
              <a:path extrusionOk="0" h="5755" w="6062">
                <a:moveTo>
                  <a:pt x="4765" y="1"/>
                </a:moveTo>
                <a:lnTo>
                  <a:pt x="1" y="3968"/>
                </a:lnTo>
                <a:lnTo>
                  <a:pt x="1296" y="5754"/>
                </a:lnTo>
                <a:lnTo>
                  <a:pt x="6061" y="1790"/>
                </a:lnTo>
                <a:lnTo>
                  <a:pt x="476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76"/>
          <p:cNvSpPr/>
          <p:nvPr/>
        </p:nvSpPr>
        <p:spPr>
          <a:xfrm>
            <a:off x="6016503" y="2450369"/>
            <a:ext cx="94522" cy="89848"/>
          </a:xfrm>
          <a:custGeom>
            <a:rect b="b" l="l" r="r" t="t"/>
            <a:pathLst>
              <a:path extrusionOk="0" h="5883" w="6189">
                <a:moveTo>
                  <a:pt x="4879" y="1"/>
                </a:moveTo>
                <a:lnTo>
                  <a:pt x="0" y="4100"/>
                </a:lnTo>
                <a:lnTo>
                  <a:pt x="1309" y="5883"/>
                </a:lnTo>
                <a:lnTo>
                  <a:pt x="6188" y="1779"/>
                </a:lnTo>
                <a:lnTo>
                  <a:pt x="48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76"/>
          <p:cNvSpPr/>
          <p:nvPr/>
        </p:nvSpPr>
        <p:spPr>
          <a:xfrm>
            <a:off x="5962148" y="2579727"/>
            <a:ext cx="92582" cy="87878"/>
          </a:xfrm>
          <a:custGeom>
            <a:rect b="b" l="l" r="r" t="t"/>
            <a:pathLst>
              <a:path extrusionOk="0" h="5754" w="6062">
                <a:moveTo>
                  <a:pt x="4764" y="0"/>
                </a:moveTo>
                <a:lnTo>
                  <a:pt x="0" y="3967"/>
                </a:lnTo>
                <a:lnTo>
                  <a:pt x="1299" y="5754"/>
                </a:lnTo>
                <a:lnTo>
                  <a:pt x="6061" y="1786"/>
                </a:lnTo>
                <a:lnTo>
                  <a:pt x="47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76"/>
          <p:cNvSpPr/>
          <p:nvPr/>
        </p:nvSpPr>
        <p:spPr>
          <a:xfrm>
            <a:off x="6055280" y="2498019"/>
            <a:ext cx="94491" cy="89787"/>
          </a:xfrm>
          <a:custGeom>
            <a:rect b="b" l="l" r="r" t="t"/>
            <a:pathLst>
              <a:path extrusionOk="0" h="5879" w="6187">
                <a:moveTo>
                  <a:pt x="4879" y="0"/>
                </a:moveTo>
                <a:lnTo>
                  <a:pt x="1" y="4100"/>
                </a:lnTo>
                <a:lnTo>
                  <a:pt x="1305" y="5878"/>
                </a:lnTo>
                <a:lnTo>
                  <a:pt x="6186" y="1779"/>
                </a:lnTo>
                <a:lnTo>
                  <a:pt x="48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76"/>
          <p:cNvSpPr/>
          <p:nvPr/>
        </p:nvSpPr>
        <p:spPr>
          <a:xfrm>
            <a:off x="5911886" y="2701051"/>
            <a:ext cx="166715" cy="77890"/>
          </a:xfrm>
          <a:custGeom>
            <a:rect b="b" l="l" r="r" t="t"/>
            <a:pathLst>
              <a:path extrusionOk="0" h="5100" w="10916">
                <a:moveTo>
                  <a:pt x="0" y="1"/>
                </a:moveTo>
                <a:lnTo>
                  <a:pt x="0" y="5100"/>
                </a:lnTo>
                <a:lnTo>
                  <a:pt x="10916" y="5100"/>
                </a:lnTo>
                <a:lnTo>
                  <a:pt x="109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76"/>
          <p:cNvSpPr/>
          <p:nvPr/>
        </p:nvSpPr>
        <p:spPr>
          <a:xfrm>
            <a:off x="6115759" y="2384437"/>
            <a:ext cx="131038" cy="124379"/>
          </a:xfrm>
          <a:custGeom>
            <a:rect b="b" l="l" r="r" t="t"/>
            <a:pathLst>
              <a:path extrusionOk="0" h="8144" w="8580">
                <a:moveTo>
                  <a:pt x="6440" y="0"/>
                </a:moveTo>
                <a:cubicBezTo>
                  <a:pt x="6440" y="0"/>
                  <a:pt x="3785" y="2748"/>
                  <a:pt x="0" y="3189"/>
                </a:cubicBezTo>
                <a:lnTo>
                  <a:pt x="3671" y="8144"/>
                </a:lnTo>
                <a:cubicBezTo>
                  <a:pt x="3671" y="8144"/>
                  <a:pt x="7151" y="4484"/>
                  <a:pt x="7870" y="3979"/>
                </a:cubicBezTo>
                <a:cubicBezTo>
                  <a:pt x="8580" y="3477"/>
                  <a:pt x="6440" y="0"/>
                  <a:pt x="64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76"/>
          <p:cNvSpPr/>
          <p:nvPr/>
        </p:nvSpPr>
        <p:spPr>
          <a:xfrm>
            <a:off x="7153647" y="2222763"/>
            <a:ext cx="297432" cy="148815"/>
          </a:xfrm>
          <a:custGeom>
            <a:rect b="b" l="l" r="r" t="t"/>
            <a:pathLst>
              <a:path extrusionOk="0" h="9744" w="19475">
                <a:moveTo>
                  <a:pt x="19259" y="0"/>
                </a:moveTo>
                <a:cubicBezTo>
                  <a:pt x="10695" y="2129"/>
                  <a:pt x="111" y="8801"/>
                  <a:pt x="1" y="8865"/>
                </a:cubicBezTo>
                <a:lnTo>
                  <a:pt x="487" y="9743"/>
                </a:lnTo>
                <a:cubicBezTo>
                  <a:pt x="589" y="9678"/>
                  <a:pt x="11045" y="3087"/>
                  <a:pt x="19474" y="993"/>
                </a:cubicBezTo>
                <a:lnTo>
                  <a:pt x="1925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6"/>
          <p:cNvSpPr/>
          <p:nvPr/>
        </p:nvSpPr>
        <p:spPr>
          <a:xfrm>
            <a:off x="5887511" y="3306560"/>
            <a:ext cx="308382" cy="163202"/>
          </a:xfrm>
          <a:custGeom>
            <a:rect b="b" l="l" r="r" t="t"/>
            <a:pathLst>
              <a:path extrusionOk="0" h="10686" w="20192">
                <a:moveTo>
                  <a:pt x="1" y="1"/>
                </a:moveTo>
                <a:lnTo>
                  <a:pt x="1596" y="7752"/>
                </a:lnTo>
                <a:cubicBezTo>
                  <a:pt x="1596" y="7752"/>
                  <a:pt x="2751" y="7502"/>
                  <a:pt x="4296" y="7502"/>
                </a:cubicBezTo>
                <a:cubicBezTo>
                  <a:pt x="6558" y="7502"/>
                  <a:pt x="9655" y="8039"/>
                  <a:pt x="11179" y="10685"/>
                </a:cubicBezTo>
                <a:lnTo>
                  <a:pt x="20192" y="13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76"/>
          <p:cNvSpPr/>
          <p:nvPr/>
        </p:nvSpPr>
        <p:spPr>
          <a:xfrm>
            <a:off x="6032004" y="3418279"/>
            <a:ext cx="181544" cy="428333"/>
          </a:xfrm>
          <a:custGeom>
            <a:rect b="b" l="l" r="r" t="t"/>
            <a:pathLst>
              <a:path extrusionOk="0" h="28046" w="11887">
                <a:moveTo>
                  <a:pt x="11887" y="0"/>
                </a:moveTo>
                <a:lnTo>
                  <a:pt x="3565" y="8459"/>
                </a:lnTo>
                <a:cubicBezTo>
                  <a:pt x="3686" y="12657"/>
                  <a:pt x="2" y="15874"/>
                  <a:pt x="1" y="15874"/>
                </a:cubicBezTo>
                <a:cubicBezTo>
                  <a:pt x="1" y="15874"/>
                  <a:pt x="1" y="15874"/>
                  <a:pt x="1" y="15874"/>
                </a:cubicBezTo>
                <a:lnTo>
                  <a:pt x="1" y="15874"/>
                </a:lnTo>
                <a:lnTo>
                  <a:pt x="636" y="28045"/>
                </a:lnTo>
                <a:lnTo>
                  <a:pt x="10447" y="27431"/>
                </a:lnTo>
                <a:lnTo>
                  <a:pt x="118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76"/>
          <p:cNvSpPr/>
          <p:nvPr/>
        </p:nvSpPr>
        <p:spPr>
          <a:xfrm>
            <a:off x="5759421" y="3314319"/>
            <a:ext cx="207324" cy="532277"/>
          </a:xfrm>
          <a:custGeom>
            <a:rect b="b" l="l" r="r" t="t"/>
            <a:pathLst>
              <a:path extrusionOk="0" h="34852" w="13575">
                <a:moveTo>
                  <a:pt x="1" y="1"/>
                </a:moveTo>
                <a:lnTo>
                  <a:pt x="1" y="34851"/>
                </a:lnTo>
                <a:lnTo>
                  <a:pt x="13575" y="34851"/>
                </a:lnTo>
                <a:lnTo>
                  <a:pt x="13240" y="24042"/>
                </a:lnTo>
                <a:cubicBezTo>
                  <a:pt x="2684" y="22260"/>
                  <a:pt x="6203" y="11355"/>
                  <a:pt x="6203" y="11355"/>
                </a:cubicBezTo>
                <a:lnTo>
                  <a:pt x="371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6"/>
          <p:cNvSpPr/>
          <p:nvPr/>
        </p:nvSpPr>
        <p:spPr>
          <a:xfrm>
            <a:off x="6939863" y="1927270"/>
            <a:ext cx="431555" cy="86763"/>
          </a:xfrm>
          <a:custGeom>
            <a:rect b="b" l="l" r="r" t="t"/>
            <a:pathLst>
              <a:path extrusionOk="0" h="5681" w="28257">
                <a:moveTo>
                  <a:pt x="3537" y="0"/>
                </a:moveTo>
                <a:cubicBezTo>
                  <a:pt x="3537" y="0"/>
                  <a:pt x="1" y="5680"/>
                  <a:pt x="1987" y="5680"/>
                </a:cubicBezTo>
                <a:cubicBezTo>
                  <a:pt x="2091" y="5680"/>
                  <a:pt x="2212" y="5665"/>
                  <a:pt x="2349" y="5631"/>
                </a:cubicBezTo>
                <a:cubicBezTo>
                  <a:pt x="4815" y="5027"/>
                  <a:pt x="18128" y="2755"/>
                  <a:pt x="23843" y="2755"/>
                </a:cubicBezTo>
                <a:cubicBezTo>
                  <a:pt x="24459" y="2755"/>
                  <a:pt x="24987" y="2781"/>
                  <a:pt x="25403" y="2839"/>
                </a:cubicBezTo>
                <a:cubicBezTo>
                  <a:pt x="25403" y="2839"/>
                  <a:pt x="25447" y="2842"/>
                  <a:pt x="25523" y="2842"/>
                </a:cubicBezTo>
                <a:cubicBezTo>
                  <a:pt x="26071" y="2842"/>
                  <a:pt x="28257" y="2678"/>
                  <a:pt x="2742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76"/>
          <p:cNvSpPr/>
          <p:nvPr/>
        </p:nvSpPr>
        <p:spPr>
          <a:xfrm>
            <a:off x="7100010" y="2069793"/>
            <a:ext cx="96996" cy="55149"/>
          </a:xfrm>
          <a:custGeom>
            <a:rect b="b" l="l" r="r" t="t"/>
            <a:pathLst>
              <a:path extrusionOk="0" h="3611" w="6351">
                <a:moveTo>
                  <a:pt x="5891" y="1"/>
                </a:moveTo>
                <a:lnTo>
                  <a:pt x="0" y="1403"/>
                </a:lnTo>
                <a:lnTo>
                  <a:pt x="461" y="3611"/>
                </a:lnTo>
                <a:lnTo>
                  <a:pt x="6351" y="2208"/>
                </a:lnTo>
                <a:lnTo>
                  <a:pt x="58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76"/>
          <p:cNvSpPr/>
          <p:nvPr/>
        </p:nvSpPr>
        <p:spPr>
          <a:xfrm>
            <a:off x="7221243" y="2069320"/>
            <a:ext cx="99546" cy="56142"/>
          </a:xfrm>
          <a:custGeom>
            <a:rect b="b" l="l" r="r" t="t"/>
            <a:pathLst>
              <a:path extrusionOk="0" h="3676" w="6518">
                <a:moveTo>
                  <a:pt x="6051" y="1"/>
                </a:moveTo>
                <a:lnTo>
                  <a:pt x="1" y="1468"/>
                </a:lnTo>
                <a:lnTo>
                  <a:pt x="469" y="3675"/>
                </a:lnTo>
                <a:lnTo>
                  <a:pt x="6517" y="2209"/>
                </a:lnTo>
                <a:lnTo>
                  <a:pt x="605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6"/>
          <p:cNvSpPr/>
          <p:nvPr/>
        </p:nvSpPr>
        <p:spPr>
          <a:xfrm>
            <a:off x="7124217" y="2137634"/>
            <a:ext cx="97041" cy="55134"/>
          </a:xfrm>
          <a:custGeom>
            <a:rect b="b" l="l" r="r" t="t"/>
            <a:pathLst>
              <a:path extrusionOk="0" h="3610" w="6354">
                <a:moveTo>
                  <a:pt x="5895" y="0"/>
                </a:moveTo>
                <a:lnTo>
                  <a:pt x="0" y="1403"/>
                </a:lnTo>
                <a:lnTo>
                  <a:pt x="465" y="3610"/>
                </a:lnTo>
                <a:lnTo>
                  <a:pt x="6354" y="2208"/>
                </a:lnTo>
                <a:lnTo>
                  <a:pt x="589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6"/>
          <p:cNvSpPr/>
          <p:nvPr/>
        </p:nvSpPr>
        <p:spPr>
          <a:xfrm>
            <a:off x="7249513" y="2135954"/>
            <a:ext cx="99592" cy="56188"/>
          </a:xfrm>
          <a:custGeom>
            <a:rect b="b" l="l" r="r" t="t"/>
            <a:pathLst>
              <a:path extrusionOk="0" h="3679" w="6521">
                <a:moveTo>
                  <a:pt x="6054" y="0"/>
                </a:moveTo>
                <a:lnTo>
                  <a:pt x="1" y="1472"/>
                </a:lnTo>
                <a:lnTo>
                  <a:pt x="472" y="3678"/>
                </a:lnTo>
                <a:lnTo>
                  <a:pt x="6520" y="2211"/>
                </a:lnTo>
                <a:lnTo>
                  <a:pt x="60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76"/>
          <p:cNvSpPr/>
          <p:nvPr/>
        </p:nvSpPr>
        <p:spPr>
          <a:xfrm>
            <a:off x="7139871" y="2190446"/>
            <a:ext cx="97301" cy="72789"/>
          </a:xfrm>
          <a:custGeom>
            <a:rect b="b" l="l" r="r" t="t"/>
            <a:pathLst>
              <a:path extrusionOk="0" h="4766" w="6371">
                <a:moveTo>
                  <a:pt x="5481" y="0"/>
                </a:moveTo>
                <a:lnTo>
                  <a:pt x="1" y="2715"/>
                </a:lnTo>
                <a:lnTo>
                  <a:pt x="891" y="4765"/>
                </a:lnTo>
                <a:lnTo>
                  <a:pt x="6371" y="2056"/>
                </a:lnTo>
                <a:lnTo>
                  <a:pt x="548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6"/>
          <p:cNvSpPr/>
          <p:nvPr/>
        </p:nvSpPr>
        <p:spPr>
          <a:xfrm>
            <a:off x="7157007" y="2255507"/>
            <a:ext cx="97683" cy="66985"/>
          </a:xfrm>
          <a:custGeom>
            <a:rect b="b" l="l" r="r" t="t"/>
            <a:pathLst>
              <a:path extrusionOk="0" h="4386" w="6396">
                <a:moveTo>
                  <a:pt x="5654" y="1"/>
                </a:moveTo>
                <a:lnTo>
                  <a:pt x="1" y="2268"/>
                </a:lnTo>
                <a:lnTo>
                  <a:pt x="741" y="4385"/>
                </a:lnTo>
                <a:lnTo>
                  <a:pt x="6396" y="2117"/>
                </a:lnTo>
                <a:lnTo>
                  <a:pt x="56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76"/>
          <p:cNvSpPr/>
          <p:nvPr/>
        </p:nvSpPr>
        <p:spPr>
          <a:xfrm>
            <a:off x="7264526" y="2199044"/>
            <a:ext cx="99577" cy="55668"/>
          </a:xfrm>
          <a:custGeom>
            <a:rect b="b" l="l" r="r" t="t"/>
            <a:pathLst>
              <a:path extrusionOk="0" h="3645" w="6520">
                <a:moveTo>
                  <a:pt x="6063" y="0"/>
                </a:moveTo>
                <a:lnTo>
                  <a:pt x="1" y="1432"/>
                </a:lnTo>
                <a:lnTo>
                  <a:pt x="461" y="3645"/>
                </a:lnTo>
                <a:lnTo>
                  <a:pt x="6519" y="2211"/>
                </a:lnTo>
                <a:lnTo>
                  <a:pt x="6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76"/>
          <p:cNvSpPr/>
          <p:nvPr/>
        </p:nvSpPr>
        <p:spPr>
          <a:xfrm>
            <a:off x="6444591" y="2813197"/>
            <a:ext cx="66832" cy="31034"/>
          </a:xfrm>
          <a:custGeom>
            <a:rect b="b" l="l" r="r" t="t"/>
            <a:pathLst>
              <a:path extrusionOk="0" h="2032" w="4376">
                <a:moveTo>
                  <a:pt x="4228" y="0"/>
                </a:moveTo>
                <a:lnTo>
                  <a:pt x="1" y="448"/>
                </a:lnTo>
                <a:lnTo>
                  <a:pt x="150" y="2031"/>
                </a:lnTo>
                <a:lnTo>
                  <a:pt x="4375" y="1584"/>
                </a:lnTo>
                <a:lnTo>
                  <a:pt x="4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6"/>
          <p:cNvSpPr/>
          <p:nvPr/>
        </p:nvSpPr>
        <p:spPr>
          <a:xfrm>
            <a:off x="6527948" y="2802614"/>
            <a:ext cx="68665" cy="31538"/>
          </a:xfrm>
          <a:custGeom>
            <a:rect b="b" l="l" r="r" t="t"/>
            <a:pathLst>
              <a:path extrusionOk="0" h="2065" w="4496">
                <a:moveTo>
                  <a:pt x="4340" y="1"/>
                </a:moveTo>
                <a:lnTo>
                  <a:pt x="1" y="484"/>
                </a:lnTo>
                <a:lnTo>
                  <a:pt x="152" y="2064"/>
                </a:lnTo>
                <a:lnTo>
                  <a:pt x="4495" y="1584"/>
                </a:lnTo>
                <a:lnTo>
                  <a:pt x="434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6"/>
          <p:cNvSpPr/>
          <p:nvPr/>
        </p:nvSpPr>
        <p:spPr>
          <a:xfrm>
            <a:off x="6451051" y="2857060"/>
            <a:ext cx="66771" cy="31064"/>
          </a:xfrm>
          <a:custGeom>
            <a:rect b="b" l="l" r="r" t="t"/>
            <a:pathLst>
              <a:path extrusionOk="0" h="2034" w="4372">
                <a:moveTo>
                  <a:pt x="4222" y="0"/>
                </a:moveTo>
                <a:lnTo>
                  <a:pt x="1" y="448"/>
                </a:lnTo>
                <a:lnTo>
                  <a:pt x="148" y="2034"/>
                </a:lnTo>
                <a:lnTo>
                  <a:pt x="4371" y="1585"/>
                </a:lnTo>
                <a:lnTo>
                  <a:pt x="422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6"/>
          <p:cNvSpPr/>
          <p:nvPr/>
        </p:nvSpPr>
        <p:spPr>
          <a:xfrm>
            <a:off x="6534378" y="2846491"/>
            <a:ext cx="68604" cy="31522"/>
          </a:xfrm>
          <a:custGeom>
            <a:rect b="b" l="l" r="r" t="t"/>
            <a:pathLst>
              <a:path extrusionOk="0" h="2064" w="4492">
                <a:moveTo>
                  <a:pt x="4336" y="1"/>
                </a:moveTo>
                <a:lnTo>
                  <a:pt x="1" y="483"/>
                </a:lnTo>
                <a:lnTo>
                  <a:pt x="153" y="2063"/>
                </a:lnTo>
                <a:lnTo>
                  <a:pt x="4491" y="1585"/>
                </a:lnTo>
                <a:lnTo>
                  <a:pt x="433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6"/>
          <p:cNvSpPr/>
          <p:nvPr/>
        </p:nvSpPr>
        <p:spPr>
          <a:xfrm>
            <a:off x="6455236" y="2909170"/>
            <a:ext cx="66726" cy="31049"/>
          </a:xfrm>
          <a:custGeom>
            <a:rect b="b" l="l" r="r" t="t"/>
            <a:pathLst>
              <a:path extrusionOk="0" h="2033" w="4369">
                <a:moveTo>
                  <a:pt x="4222" y="1"/>
                </a:moveTo>
                <a:lnTo>
                  <a:pt x="1" y="448"/>
                </a:lnTo>
                <a:lnTo>
                  <a:pt x="146" y="2033"/>
                </a:lnTo>
                <a:lnTo>
                  <a:pt x="4369" y="1582"/>
                </a:lnTo>
                <a:lnTo>
                  <a:pt x="422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6"/>
          <p:cNvSpPr/>
          <p:nvPr/>
        </p:nvSpPr>
        <p:spPr>
          <a:xfrm>
            <a:off x="6538502" y="2898586"/>
            <a:ext cx="68604" cy="31553"/>
          </a:xfrm>
          <a:custGeom>
            <a:rect b="b" l="l" r="r" t="t"/>
            <a:pathLst>
              <a:path extrusionOk="0" h="2066" w="4492">
                <a:moveTo>
                  <a:pt x="4339" y="1"/>
                </a:moveTo>
                <a:lnTo>
                  <a:pt x="0" y="483"/>
                </a:lnTo>
                <a:lnTo>
                  <a:pt x="156" y="2065"/>
                </a:lnTo>
                <a:lnTo>
                  <a:pt x="4492" y="1582"/>
                </a:lnTo>
                <a:lnTo>
                  <a:pt x="4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6"/>
          <p:cNvSpPr/>
          <p:nvPr/>
        </p:nvSpPr>
        <p:spPr>
          <a:xfrm>
            <a:off x="6461543" y="2953032"/>
            <a:ext cx="66817" cy="31003"/>
          </a:xfrm>
          <a:custGeom>
            <a:rect b="b" l="l" r="r" t="t"/>
            <a:pathLst>
              <a:path extrusionOk="0" h="2030" w="4375">
                <a:moveTo>
                  <a:pt x="4227" y="1"/>
                </a:moveTo>
                <a:lnTo>
                  <a:pt x="0" y="448"/>
                </a:lnTo>
                <a:lnTo>
                  <a:pt x="150" y="2030"/>
                </a:lnTo>
                <a:lnTo>
                  <a:pt x="4375" y="1582"/>
                </a:lnTo>
                <a:lnTo>
                  <a:pt x="42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6"/>
          <p:cNvSpPr/>
          <p:nvPr/>
        </p:nvSpPr>
        <p:spPr>
          <a:xfrm>
            <a:off x="6544901" y="2942479"/>
            <a:ext cx="68650" cy="31538"/>
          </a:xfrm>
          <a:custGeom>
            <a:rect b="b" l="l" r="r" t="t"/>
            <a:pathLst>
              <a:path extrusionOk="0" h="2065" w="4495">
                <a:moveTo>
                  <a:pt x="4339" y="1"/>
                </a:moveTo>
                <a:lnTo>
                  <a:pt x="0" y="483"/>
                </a:lnTo>
                <a:lnTo>
                  <a:pt x="152" y="2064"/>
                </a:lnTo>
                <a:lnTo>
                  <a:pt x="4495" y="1580"/>
                </a:lnTo>
                <a:lnTo>
                  <a:pt x="4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76"/>
          <p:cNvSpPr/>
          <p:nvPr/>
        </p:nvSpPr>
        <p:spPr>
          <a:xfrm>
            <a:off x="6291530" y="3450290"/>
            <a:ext cx="165676" cy="369182"/>
          </a:xfrm>
          <a:custGeom>
            <a:rect b="b" l="l" r="r" t="t"/>
            <a:pathLst>
              <a:path extrusionOk="0" h="24173" w="10848">
                <a:moveTo>
                  <a:pt x="0" y="1"/>
                </a:moveTo>
                <a:lnTo>
                  <a:pt x="0" y="24172"/>
                </a:lnTo>
                <a:lnTo>
                  <a:pt x="10847" y="24172"/>
                </a:lnTo>
                <a:lnTo>
                  <a:pt x="108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6"/>
          <p:cNvSpPr/>
          <p:nvPr/>
        </p:nvSpPr>
        <p:spPr>
          <a:xfrm>
            <a:off x="6149755" y="3123947"/>
            <a:ext cx="88397" cy="143775"/>
          </a:xfrm>
          <a:custGeom>
            <a:rect b="b" l="l" r="r" t="t"/>
            <a:pathLst>
              <a:path extrusionOk="0" h="9414" w="5788">
                <a:moveTo>
                  <a:pt x="0" y="1"/>
                </a:moveTo>
                <a:lnTo>
                  <a:pt x="0" y="9413"/>
                </a:lnTo>
                <a:lnTo>
                  <a:pt x="5788" y="9413"/>
                </a:lnTo>
                <a:lnTo>
                  <a:pt x="57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6"/>
          <p:cNvSpPr/>
          <p:nvPr/>
        </p:nvSpPr>
        <p:spPr>
          <a:xfrm>
            <a:off x="7205833" y="2306670"/>
            <a:ext cx="202009" cy="408555"/>
          </a:xfrm>
          <a:custGeom>
            <a:rect b="b" l="l" r="r" t="t"/>
            <a:pathLst>
              <a:path extrusionOk="0" h="26751" w="13227">
                <a:moveTo>
                  <a:pt x="12148" y="0"/>
                </a:moveTo>
                <a:lnTo>
                  <a:pt x="0" y="5640"/>
                </a:lnTo>
                <a:cubicBezTo>
                  <a:pt x="3198" y="20500"/>
                  <a:pt x="5336" y="26750"/>
                  <a:pt x="5338" y="26750"/>
                </a:cubicBezTo>
                <a:cubicBezTo>
                  <a:pt x="5338" y="26750"/>
                  <a:pt x="5338" y="26750"/>
                  <a:pt x="5338" y="26750"/>
                </a:cubicBezTo>
                <a:lnTo>
                  <a:pt x="13227" y="20499"/>
                </a:lnTo>
                <a:cubicBezTo>
                  <a:pt x="10194" y="5640"/>
                  <a:pt x="12147" y="1"/>
                  <a:pt x="121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6"/>
          <p:cNvSpPr/>
          <p:nvPr/>
        </p:nvSpPr>
        <p:spPr>
          <a:xfrm>
            <a:off x="6671815" y="3350881"/>
            <a:ext cx="879238" cy="519066"/>
          </a:xfrm>
          <a:custGeom>
            <a:rect b="b" l="l" r="r" t="t"/>
            <a:pathLst>
              <a:path extrusionOk="0" h="33987" w="57570">
                <a:moveTo>
                  <a:pt x="4439" y="1"/>
                </a:moveTo>
                <a:cubicBezTo>
                  <a:pt x="4363" y="1"/>
                  <a:pt x="4288" y="9"/>
                  <a:pt x="4214" y="26"/>
                </a:cubicBezTo>
                <a:cubicBezTo>
                  <a:pt x="0" y="967"/>
                  <a:pt x="4670" y="10656"/>
                  <a:pt x="8580" y="14567"/>
                </a:cubicBezTo>
                <a:cubicBezTo>
                  <a:pt x="19716" y="25718"/>
                  <a:pt x="19831" y="33987"/>
                  <a:pt x="19831" y="33987"/>
                </a:cubicBezTo>
                <a:cubicBezTo>
                  <a:pt x="19831" y="33987"/>
                  <a:pt x="19831" y="33987"/>
                  <a:pt x="19831" y="33987"/>
                </a:cubicBezTo>
                <a:lnTo>
                  <a:pt x="57570" y="33987"/>
                </a:lnTo>
                <a:lnTo>
                  <a:pt x="57570" y="12870"/>
                </a:lnTo>
                <a:cubicBezTo>
                  <a:pt x="54006" y="13381"/>
                  <a:pt x="55194" y="17449"/>
                  <a:pt x="50917" y="24809"/>
                </a:cubicBezTo>
                <a:cubicBezTo>
                  <a:pt x="49593" y="27084"/>
                  <a:pt x="46975" y="27930"/>
                  <a:pt x="43775" y="27930"/>
                </a:cubicBezTo>
                <a:cubicBezTo>
                  <a:pt x="36627" y="27930"/>
                  <a:pt x="26582" y="23710"/>
                  <a:pt x="21606" y="21778"/>
                </a:cubicBezTo>
                <a:cubicBezTo>
                  <a:pt x="14543" y="19035"/>
                  <a:pt x="8130" y="1"/>
                  <a:pt x="44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6"/>
          <p:cNvSpPr/>
          <p:nvPr/>
        </p:nvSpPr>
        <p:spPr>
          <a:xfrm>
            <a:off x="6337210" y="2781263"/>
            <a:ext cx="67611" cy="298700"/>
          </a:xfrm>
          <a:custGeom>
            <a:rect b="b" l="l" r="r" t="t"/>
            <a:pathLst>
              <a:path extrusionOk="0" h="19558" w="4427">
                <a:moveTo>
                  <a:pt x="2211" y="0"/>
                </a:moveTo>
                <a:lnTo>
                  <a:pt x="0" y="19558"/>
                </a:lnTo>
                <a:lnTo>
                  <a:pt x="4426" y="19558"/>
                </a:lnTo>
                <a:lnTo>
                  <a:pt x="221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6"/>
          <p:cNvSpPr/>
          <p:nvPr/>
        </p:nvSpPr>
        <p:spPr>
          <a:xfrm>
            <a:off x="6149465" y="2532138"/>
            <a:ext cx="166623" cy="547840"/>
          </a:xfrm>
          <a:custGeom>
            <a:rect b="b" l="l" r="r" t="t"/>
            <a:pathLst>
              <a:path extrusionOk="0" h="35871" w="10910">
                <a:moveTo>
                  <a:pt x="5807" y="1"/>
                </a:moveTo>
                <a:cubicBezTo>
                  <a:pt x="5807" y="1"/>
                  <a:pt x="1" y="6802"/>
                  <a:pt x="19" y="16161"/>
                </a:cubicBezTo>
                <a:cubicBezTo>
                  <a:pt x="35" y="25523"/>
                  <a:pt x="19" y="35871"/>
                  <a:pt x="19" y="35871"/>
                </a:cubicBezTo>
                <a:lnTo>
                  <a:pt x="5807" y="35871"/>
                </a:lnTo>
                <a:cubicBezTo>
                  <a:pt x="5807" y="35870"/>
                  <a:pt x="10909" y="7300"/>
                  <a:pt x="58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6"/>
          <p:cNvSpPr/>
          <p:nvPr/>
        </p:nvSpPr>
        <p:spPr>
          <a:xfrm>
            <a:off x="7372884" y="2766448"/>
            <a:ext cx="172839" cy="273592"/>
          </a:xfrm>
          <a:custGeom>
            <a:rect b="b" l="l" r="r" t="t"/>
            <a:pathLst>
              <a:path extrusionOk="0" h="17914" w="11317">
                <a:moveTo>
                  <a:pt x="9063" y="1"/>
                </a:moveTo>
                <a:lnTo>
                  <a:pt x="1" y="16493"/>
                </a:lnTo>
                <a:lnTo>
                  <a:pt x="2255" y="17914"/>
                </a:lnTo>
                <a:lnTo>
                  <a:pt x="11316" y="1419"/>
                </a:lnTo>
                <a:lnTo>
                  <a:pt x="906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6"/>
          <p:cNvSpPr/>
          <p:nvPr/>
        </p:nvSpPr>
        <p:spPr>
          <a:xfrm>
            <a:off x="7314451" y="2667589"/>
            <a:ext cx="144860" cy="263008"/>
          </a:xfrm>
          <a:custGeom>
            <a:rect b="b" l="l" r="r" t="t"/>
            <a:pathLst>
              <a:path extrusionOk="0" h="17221" w="9485">
                <a:moveTo>
                  <a:pt x="6114" y="1"/>
                </a:moveTo>
                <a:lnTo>
                  <a:pt x="1" y="5206"/>
                </a:lnTo>
                <a:lnTo>
                  <a:pt x="4743" y="17220"/>
                </a:lnTo>
                <a:lnTo>
                  <a:pt x="9485" y="8842"/>
                </a:lnTo>
                <a:lnTo>
                  <a:pt x="611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6"/>
          <p:cNvSpPr/>
          <p:nvPr/>
        </p:nvSpPr>
        <p:spPr>
          <a:xfrm>
            <a:off x="6908050" y="2125446"/>
            <a:ext cx="261816" cy="466667"/>
          </a:xfrm>
          <a:custGeom>
            <a:rect b="b" l="l" r="r" t="t"/>
            <a:pathLst>
              <a:path extrusionOk="0" h="30556" w="17143">
                <a:moveTo>
                  <a:pt x="6138" y="0"/>
                </a:moveTo>
                <a:cubicBezTo>
                  <a:pt x="6138" y="0"/>
                  <a:pt x="1" y="5488"/>
                  <a:pt x="3463" y="7067"/>
                </a:cubicBezTo>
                <a:cubicBezTo>
                  <a:pt x="6928" y="8648"/>
                  <a:pt x="13460" y="13334"/>
                  <a:pt x="12569" y="20145"/>
                </a:cubicBezTo>
                <a:cubicBezTo>
                  <a:pt x="11680" y="26963"/>
                  <a:pt x="14341" y="29486"/>
                  <a:pt x="15742" y="30515"/>
                </a:cubicBezTo>
                <a:cubicBezTo>
                  <a:pt x="15779" y="30542"/>
                  <a:pt x="15816" y="30556"/>
                  <a:pt x="15851" y="30556"/>
                </a:cubicBezTo>
                <a:cubicBezTo>
                  <a:pt x="17142" y="30556"/>
                  <a:pt x="16936" y="12629"/>
                  <a:pt x="6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6"/>
          <p:cNvSpPr/>
          <p:nvPr/>
        </p:nvSpPr>
        <p:spPr>
          <a:xfrm>
            <a:off x="7069664" y="2789785"/>
            <a:ext cx="259480" cy="406096"/>
          </a:xfrm>
          <a:custGeom>
            <a:rect b="b" l="l" r="r" t="t"/>
            <a:pathLst>
              <a:path extrusionOk="0" h="26590" w="16990">
                <a:moveTo>
                  <a:pt x="10686" y="1"/>
                </a:moveTo>
                <a:lnTo>
                  <a:pt x="10686" y="1"/>
                </a:lnTo>
                <a:cubicBezTo>
                  <a:pt x="11474" y="9968"/>
                  <a:pt x="1" y="26590"/>
                  <a:pt x="1970" y="26590"/>
                </a:cubicBezTo>
                <a:cubicBezTo>
                  <a:pt x="1976" y="26590"/>
                  <a:pt x="1983" y="26590"/>
                  <a:pt x="1989" y="26589"/>
                </a:cubicBezTo>
                <a:cubicBezTo>
                  <a:pt x="4429" y="26459"/>
                  <a:pt x="7568" y="15543"/>
                  <a:pt x="13536" y="12723"/>
                </a:cubicBezTo>
                <a:cubicBezTo>
                  <a:pt x="16990" y="11093"/>
                  <a:pt x="10686" y="2"/>
                  <a:pt x="10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6"/>
          <p:cNvSpPr/>
          <p:nvPr/>
        </p:nvSpPr>
        <p:spPr>
          <a:xfrm>
            <a:off x="6484422" y="3022889"/>
            <a:ext cx="129129" cy="386700"/>
          </a:xfrm>
          <a:custGeom>
            <a:rect b="b" l="l" r="r" t="t"/>
            <a:pathLst>
              <a:path extrusionOk="0" h="25320" w="8455">
                <a:moveTo>
                  <a:pt x="1" y="1"/>
                </a:moveTo>
                <a:lnTo>
                  <a:pt x="3272" y="25319"/>
                </a:lnTo>
                <a:lnTo>
                  <a:pt x="8455" y="22006"/>
                </a:lnTo>
                <a:lnTo>
                  <a:pt x="73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76"/>
          <p:cNvSpPr/>
          <p:nvPr/>
        </p:nvSpPr>
        <p:spPr>
          <a:xfrm>
            <a:off x="6528345" y="3418279"/>
            <a:ext cx="138247" cy="451684"/>
          </a:xfrm>
          <a:custGeom>
            <a:rect b="b" l="l" r="r" t="t"/>
            <a:pathLst>
              <a:path extrusionOk="0" h="29575" w="9052">
                <a:moveTo>
                  <a:pt x="6357" y="0"/>
                </a:moveTo>
                <a:lnTo>
                  <a:pt x="1084" y="2098"/>
                </a:lnTo>
                <a:lnTo>
                  <a:pt x="1" y="15188"/>
                </a:lnTo>
                <a:lnTo>
                  <a:pt x="1" y="29575"/>
                </a:lnTo>
                <a:lnTo>
                  <a:pt x="4886" y="29575"/>
                </a:lnTo>
                <a:lnTo>
                  <a:pt x="9051" y="14820"/>
                </a:lnTo>
                <a:lnTo>
                  <a:pt x="635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76"/>
          <p:cNvSpPr/>
          <p:nvPr/>
        </p:nvSpPr>
        <p:spPr>
          <a:xfrm>
            <a:off x="6715097" y="3162067"/>
            <a:ext cx="32347" cy="129602"/>
          </a:xfrm>
          <a:custGeom>
            <a:rect b="b" l="l" r="r" t="t"/>
            <a:pathLst>
              <a:path extrusionOk="0" h="8486" w="2118">
                <a:moveTo>
                  <a:pt x="1582" y="1"/>
                </a:moveTo>
                <a:lnTo>
                  <a:pt x="1" y="115"/>
                </a:lnTo>
                <a:lnTo>
                  <a:pt x="536" y="8486"/>
                </a:lnTo>
                <a:lnTo>
                  <a:pt x="2117" y="8368"/>
                </a:lnTo>
                <a:lnTo>
                  <a:pt x="15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6"/>
          <p:cNvSpPr/>
          <p:nvPr/>
        </p:nvSpPr>
        <p:spPr>
          <a:xfrm>
            <a:off x="6128420" y="2684236"/>
            <a:ext cx="219527" cy="219512"/>
          </a:xfrm>
          <a:custGeom>
            <a:rect b="b" l="l" r="r" t="t"/>
            <a:pathLst>
              <a:path extrusionOk="0" h="14373" w="14374">
                <a:moveTo>
                  <a:pt x="7187" y="0"/>
                </a:moveTo>
                <a:cubicBezTo>
                  <a:pt x="5281" y="0"/>
                  <a:pt x="3453" y="757"/>
                  <a:pt x="2105" y="2105"/>
                </a:cubicBezTo>
                <a:cubicBezTo>
                  <a:pt x="758" y="3453"/>
                  <a:pt x="1" y="5281"/>
                  <a:pt x="1" y="7187"/>
                </a:cubicBezTo>
                <a:cubicBezTo>
                  <a:pt x="1" y="9092"/>
                  <a:pt x="758" y="10920"/>
                  <a:pt x="2105" y="12268"/>
                </a:cubicBezTo>
                <a:cubicBezTo>
                  <a:pt x="3453" y="13616"/>
                  <a:pt x="5281" y="14373"/>
                  <a:pt x="7187" y="14373"/>
                </a:cubicBezTo>
                <a:cubicBezTo>
                  <a:pt x="9093" y="14373"/>
                  <a:pt x="10921" y="13616"/>
                  <a:pt x="12268" y="12268"/>
                </a:cubicBezTo>
                <a:cubicBezTo>
                  <a:pt x="13616" y="10920"/>
                  <a:pt x="14373" y="9092"/>
                  <a:pt x="14373" y="7187"/>
                </a:cubicBezTo>
                <a:cubicBezTo>
                  <a:pt x="14373" y="5281"/>
                  <a:pt x="13616" y="3453"/>
                  <a:pt x="12268" y="2105"/>
                </a:cubicBezTo>
                <a:cubicBezTo>
                  <a:pt x="10921" y="757"/>
                  <a:pt x="9093" y="0"/>
                  <a:pt x="71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6"/>
          <p:cNvSpPr/>
          <p:nvPr/>
        </p:nvSpPr>
        <p:spPr>
          <a:xfrm>
            <a:off x="6224545" y="2732055"/>
            <a:ext cx="21382" cy="123936"/>
          </a:xfrm>
          <a:custGeom>
            <a:rect b="b" l="l" r="r" t="t"/>
            <a:pathLst>
              <a:path extrusionOk="0" h="8115" w="1400">
                <a:moveTo>
                  <a:pt x="130" y="1"/>
                </a:moveTo>
                <a:lnTo>
                  <a:pt x="297" y="5688"/>
                </a:lnTo>
                <a:lnTo>
                  <a:pt x="1100" y="5688"/>
                </a:lnTo>
                <a:lnTo>
                  <a:pt x="1267" y="1"/>
                </a:lnTo>
                <a:close/>
                <a:moveTo>
                  <a:pt x="700" y="6647"/>
                </a:moveTo>
                <a:cubicBezTo>
                  <a:pt x="297" y="6647"/>
                  <a:pt x="0" y="6955"/>
                  <a:pt x="0" y="7382"/>
                </a:cubicBezTo>
                <a:cubicBezTo>
                  <a:pt x="0" y="7796"/>
                  <a:pt x="284" y="8115"/>
                  <a:pt x="698" y="8115"/>
                </a:cubicBezTo>
                <a:cubicBezTo>
                  <a:pt x="699" y="8115"/>
                  <a:pt x="699" y="8115"/>
                  <a:pt x="700" y="8115"/>
                </a:cubicBezTo>
                <a:cubicBezTo>
                  <a:pt x="1127" y="8115"/>
                  <a:pt x="1400" y="7797"/>
                  <a:pt x="1400" y="7382"/>
                </a:cubicBezTo>
                <a:cubicBezTo>
                  <a:pt x="1400" y="6955"/>
                  <a:pt x="1126" y="6647"/>
                  <a:pt x="700" y="664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77"/>
          <p:cNvSpPr txBox="1"/>
          <p:nvPr>
            <p:ph type="title"/>
          </p:nvPr>
        </p:nvSpPr>
        <p:spPr>
          <a:xfrm>
            <a:off x="713225" y="34135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Previous Frontend</a:t>
            </a:r>
            <a:endParaRPr/>
          </a:p>
        </p:txBody>
      </p:sp>
      <p:sp>
        <p:nvSpPr>
          <p:cNvPr id="1027" name="Google Shape;1027;p77"/>
          <p:cNvSpPr txBox="1"/>
          <p:nvPr/>
        </p:nvSpPr>
        <p:spPr>
          <a:xfrm>
            <a:off x="1136650" y="1250700"/>
            <a:ext cx="72873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chemeClr val="dk1"/>
              </a:solidFill>
              <a:latin typeface="Albert Sans"/>
              <a:ea typeface="Albert Sans"/>
              <a:cs typeface="Albert Sans"/>
              <a:sym typeface="Albert Sans"/>
            </a:endParaRPr>
          </a:p>
        </p:txBody>
      </p:sp>
      <p:pic>
        <p:nvPicPr>
          <p:cNvPr id="1028" name="Google Shape;1028;p77"/>
          <p:cNvPicPr preferRelativeResize="0"/>
          <p:nvPr/>
        </p:nvPicPr>
        <p:blipFill>
          <a:blip r:embed="rId3">
            <a:alphaModFix/>
          </a:blip>
          <a:stretch>
            <a:fillRect/>
          </a:stretch>
        </p:blipFill>
        <p:spPr>
          <a:xfrm>
            <a:off x="1570575" y="1201625"/>
            <a:ext cx="5572601" cy="351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78"/>
          <p:cNvSpPr txBox="1"/>
          <p:nvPr>
            <p:ph type="title"/>
          </p:nvPr>
        </p:nvSpPr>
        <p:spPr>
          <a:xfrm>
            <a:off x="713225" y="38785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Frontend</a:t>
            </a:r>
            <a:endParaRPr/>
          </a:p>
        </p:txBody>
      </p:sp>
      <p:pic>
        <p:nvPicPr>
          <p:cNvPr id="1034" name="Google Shape;1034;p78"/>
          <p:cNvPicPr preferRelativeResize="0"/>
          <p:nvPr/>
        </p:nvPicPr>
        <p:blipFill rotWithShape="1">
          <a:blip r:embed="rId3">
            <a:alphaModFix/>
          </a:blip>
          <a:srcRect b="0" l="0" r="0" t="645"/>
          <a:stretch/>
        </p:blipFill>
        <p:spPr>
          <a:xfrm>
            <a:off x="328550" y="986500"/>
            <a:ext cx="8324198" cy="3771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79"/>
          <p:cNvSpPr txBox="1"/>
          <p:nvPr>
            <p:ph type="title"/>
          </p:nvPr>
        </p:nvSpPr>
        <p:spPr>
          <a:xfrm>
            <a:off x="810750" y="6162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of Google Maps API</a:t>
            </a:r>
            <a:endParaRPr/>
          </a:p>
        </p:txBody>
      </p:sp>
      <p:sp>
        <p:nvSpPr>
          <p:cNvPr id="1040" name="Google Shape;1040;p79"/>
          <p:cNvSpPr txBox="1"/>
          <p:nvPr/>
        </p:nvSpPr>
        <p:spPr>
          <a:xfrm>
            <a:off x="1136650" y="1250700"/>
            <a:ext cx="72873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chemeClr val="dk1"/>
              </a:solidFill>
              <a:latin typeface="Albert Sans"/>
              <a:ea typeface="Albert Sans"/>
              <a:cs typeface="Albert Sans"/>
              <a:sym typeface="Albert Sans"/>
            </a:endParaRPr>
          </a:p>
        </p:txBody>
      </p:sp>
      <p:grpSp>
        <p:nvGrpSpPr>
          <p:cNvPr id="1041" name="Google Shape;1041;p79"/>
          <p:cNvGrpSpPr/>
          <p:nvPr/>
        </p:nvGrpSpPr>
        <p:grpSpPr>
          <a:xfrm>
            <a:off x="6297198" y="400050"/>
            <a:ext cx="2126100" cy="832800"/>
            <a:chOff x="6084398" y="400050"/>
            <a:chExt cx="2126100" cy="832800"/>
          </a:xfrm>
        </p:grpSpPr>
        <p:sp>
          <p:nvSpPr>
            <p:cNvPr id="1042" name="Google Shape;1042;p79"/>
            <p:cNvSpPr/>
            <p:nvPr/>
          </p:nvSpPr>
          <p:spPr>
            <a:xfrm>
              <a:off x="6084398" y="400050"/>
              <a:ext cx="2126100" cy="8328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3" name="Google Shape;1043;p79"/>
            <p:cNvGrpSpPr/>
            <p:nvPr/>
          </p:nvGrpSpPr>
          <p:grpSpPr>
            <a:xfrm>
              <a:off x="6676590" y="510887"/>
              <a:ext cx="942027" cy="611220"/>
              <a:chOff x="3008650" y="3704975"/>
              <a:chExt cx="393150" cy="255100"/>
            </a:xfrm>
          </p:grpSpPr>
          <p:sp>
            <p:nvSpPr>
              <p:cNvPr id="1044" name="Google Shape;1044;p79"/>
              <p:cNvSpPr/>
              <p:nvPr/>
            </p:nvSpPr>
            <p:spPr>
              <a:xfrm>
                <a:off x="3040375" y="3873625"/>
                <a:ext cx="45725" cy="86450"/>
              </a:xfrm>
              <a:custGeom>
                <a:rect b="b" l="l" r="r" t="t"/>
                <a:pathLst>
                  <a:path extrusionOk="0" h="3458" w="1829">
                    <a:moveTo>
                      <a:pt x="28" y="0"/>
                    </a:moveTo>
                    <a:cubicBezTo>
                      <a:pt x="12" y="0"/>
                      <a:pt x="0" y="13"/>
                      <a:pt x="0" y="27"/>
                    </a:cubicBezTo>
                    <a:lnTo>
                      <a:pt x="0" y="3430"/>
                    </a:lnTo>
                    <a:cubicBezTo>
                      <a:pt x="0" y="3446"/>
                      <a:pt x="13" y="3457"/>
                      <a:pt x="28" y="3457"/>
                    </a:cubicBezTo>
                    <a:lnTo>
                      <a:pt x="1802" y="3457"/>
                    </a:lnTo>
                    <a:cubicBezTo>
                      <a:pt x="1817" y="3457"/>
                      <a:pt x="1828" y="3444"/>
                      <a:pt x="1829" y="3430"/>
                    </a:cubicBezTo>
                    <a:lnTo>
                      <a:pt x="1829" y="27"/>
                    </a:lnTo>
                    <a:cubicBezTo>
                      <a:pt x="1829" y="12"/>
                      <a:pt x="1817" y="0"/>
                      <a:pt x="1802"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9"/>
              <p:cNvSpPr/>
              <p:nvPr/>
            </p:nvSpPr>
            <p:spPr>
              <a:xfrm>
                <a:off x="3316775" y="3873625"/>
                <a:ext cx="45750" cy="86450"/>
              </a:xfrm>
              <a:custGeom>
                <a:rect b="b" l="l" r="r" t="t"/>
                <a:pathLst>
                  <a:path extrusionOk="0" h="3458" w="1830">
                    <a:moveTo>
                      <a:pt x="28" y="0"/>
                    </a:moveTo>
                    <a:cubicBezTo>
                      <a:pt x="12" y="0"/>
                      <a:pt x="1" y="13"/>
                      <a:pt x="1" y="27"/>
                    </a:cubicBezTo>
                    <a:lnTo>
                      <a:pt x="1" y="3430"/>
                    </a:lnTo>
                    <a:cubicBezTo>
                      <a:pt x="1" y="3446"/>
                      <a:pt x="14" y="3457"/>
                      <a:pt x="28" y="3457"/>
                    </a:cubicBezTo>
                    <a:lnTo>
                      <a:pt x="1803" y="3457"/>
                    </a:lnTo>
                    <a:cubicBezTo>
                      <a:pt x="1816" y="3457"/>
                      <a:pt x="1829" y="3444"/>
                      <a:pt x="1830" y="3430"/>
                    </a:cubicBezTo>
                    <a:lnTo>
                      <a:pt x="1830" y="27"/>
                    </a:lnTo>
                    <a:cubicBezTo>
                      <a:pt x="1830" y="12"/>
                      <a:pt x="1816" y="0"/>
                      <a:pt x="1803"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9"/>
              <p:cNvSpPr/>
              <p:nvPr/>
            </p:nvSpPr>
            <p:spPr>
              <a:xfrm>
                <a:off x="3052400" y="3704975"/>
                <a:ext cx="304825" cy="103600"/>
              </a:xfrm>
              <a:custGeom>
                <a:rect b="b" l="l" r="r" t="t"/>
                <a:pathLst>
                  <a:path extrusionOk="0" h="4144" w="12193">
                    <a:moveTo>
                      <a:pt x="3028" y="1"/>
                    </a:moveTo>
                    <a:cubicBezTo>
                      <a:pt x="2041" y="1"/>
                      <a:pt x="1171" y="581"/>
                      <a:pt x="893" y="1426"/>
                    </a:cubicBezTo>
                    <a:lnTo>
                      <a:pt x="0" y="4144"/>
                    </a:lnTo>
                    <a:lnTo>
                      <a:pt x="12192" y="4144"/>
                    </a:lnTo>
                    <a:lnTo>
                      <a:pt x="11299" y="1426"/>
                    </a:lnTo>
                    <a:cubicBezTo>
                      <a:pt x="11021" y="581"/>
                      <a:pt x="10152" y="1"/>
                      <a:pt x="9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79"/>
              <p:cNvSpPr/>
              <p:nvPr/>
            </p:nvSpPr>
            <p:spPr>
              <a:xfrm>
                <a:off x="3070200" y="3722400"/>
                <a:ext cx="269200" cy="98200"/>
              </a:xfrm>
              <a:custGeom>
                <a:rect b="b" l="l" r="r" t="t"/>
                <a:pathLst>
                  <a:path extrusionOk="0" h="3928" w="10768">
                    <a:moveTo>
                      <a:pt x="2045" y="0"/>
                    </a:moveTo>
                    <a:cubicBezTo>
                      <a:pt x="1545" y="0"/>
                      <a:pt x="1107" y="315"/>
                      <a:pt x="967" y="773"/>
                    </a:cubicBezTo>
                    <a:lnTo>
                      <a:pt x="0" y="3928"/>
                    </a:lnTo>
                    <a:lnTo>
                      <a:pt x="10768" y="3928"/>
                    </a:lnTo>
                    <a:lnTo>
                      <a:pt x="9802" y="773"/>
                    </a:lnTo>
                    <a:cubicBezTo>
                      <a:pt x="9663" y="316"/>
                      <a:pt x="9223" y="0"/>
                      <a:pt x="87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9"/>
              <p:cNvSpPr/>
              <p:nvPr/>
            </p:nvSpPr>
            <p:spPr>
              <a:xfrm>
                <a:off x="3020850" y="3802975"/>
                <a:ext cx="367450" cy="111050"/>
              </a:xfrm>
              <a:custGeom>
                <a:rect b="b" l="l" r="r" t="t"/>
                <a:pathLst>
                  <a:path extrusionOk="0" h="4442" w="14698">
                    <a:moveTo>
                      <a:pt x="1784" y="1"/>
                    </a:moveTo>
                    <a:cubicBezTo>
                      <a:pt x="893" y="1"/>
                      <a:pt x="169" y="716"/>
                      <a:pt x="169" y="1601"/>
                    </a:cubicBezTo>
                    <a:lnTo>
                      <a:pt x="0" y="4442"/>
                    </a:lnTo>
                    <a:lnTo>
                      <a:pt x="14697" y="4442"/>
                    </a:lnTo>
                    <a:lnTo>
                      <a:pt x="14524" y="1601"/>
                    </a:lnTo>
                    <a:cubicBezTo>
                      <a:pt x="14524" y="717"/>
                      <a:pt x="13802" y="1"/>
                      <a:pt x="129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9"/>
              <p:cNvSpPr/>
              <p:nvPr/>
            </p:nvSpPr>
            <p:spPr>
              <a:xfrm>
                <a:off x="3117975" y="3882050"/>
                <a:ext cx="180750" cy="29525"/>
              </a:xfrm>
              <a:custGeom>
                <a:rect b="b" l="l" r="r" t="t"/>
                <a:pathLst>
                  <a:path extrusionOk="0" h="1181" w="7230">
                    <a:moveTo>
                      <a:pt x="1890" y="0"/>
                    </a:moveTo>
                    <a:cubicBezTo>
                      <a:pt x="1343" y="0"/>
                      <a:pt x="825" y="237"/>
                      <a:pt x="467" y="646"/>
                    </a:cubicBezTo>
                    <a:lnTo>
                      <a:pt x="0" y="1180"/>
                    </a:lnTo>
                    <a:lnTo>
                      <a:pt x="7230" y="1180"/>
                    </a:lnTo>
                    <a:lnTo>
                      <a:pt x="6536" y="520"/>
                    </a:lnTo>
                    <a:cubicBezTo>
                      <a:pt x="6186" y="187"/>
                      <a:pt x="5718" y="0"/>
                      <a:pt x="5234"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9"/>
              <p:cNvSpPr/>
              <p:nvPr/>
            </p:nvSpPr>
            <p:spPr>
              <a:xfrm>
                <a:off x="3029650" y="3802975"/>
                <a:ext cx="349675" cy="57325"/>
              </a:xfrm>
              <a:custGeom>
                <a:rect b="b" l="l" r="r" t="t"/>
                <a:pathLst>
                  <a:path extrusionOk="0" h="2293" w="13987">
                    <a:moveTo>
                      <a:pt x="1433" y="1"/>
                    </a:moveTo>
                    <a:cubicBezTo>
                      <a:pt x="810" y="1"/>
                      <a:pt x="270" y="352"/>
                      <a:pt x="1" y="865"/>
                    </a:cubicBezTo>
                    <a:cubicBezTo>
                      <a:pt x="208" y="823"/>
                      <a:pt x="740" y="735"/>
                      <a:pt x="1341" y="735"/>
                    </a:cubicBezTo>
                    <a:cubicBezTo>
                      <a:pt x="2081" y="735"/>
                      <a:pt x="2926" y="869"/>
                      <a:pt x="3398" y="1391"/>
                    </a:cubicBezTo>
                    <a:cubicBezTo>
                      <a:pt x="3934" y="1983"/>
                      <a:pt x="5481" y="2293"/>
                      <a:pt x="7032" y="2293"/>
                    </a:cubicBezTo>
                    <a:cubicBezTo>
                      <a:pt x="8538" y="2293"/>
                      <a:pt x="10048" y="2001"/>
                      <a:pt x="10641" y="1391"/>
                    </a:cubicBezTo>
                    <a:cubicBezTo>
                      <a:pt x="11142" y="876"/>
                      <a:pt x="12012" y="746"/>
                      <a:pt x="12758" y="746"/>
                    </a:cubicBezTo>
                    <a:cubicBezTo>
                      <a:pt x="13293" y="746"/>
                      <a:pt x="13763" y="813"/>
                      <a:pt x="13986" y="854"/>
                    </a:cubicBezTo>
                    <a:cubicBezTo>
                      <a:pt x="13718" y="348"/>
                      <a:pt x="13180" y="1"/>
                      <a:pt x="12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9"/>
              <p:cNvSpPr/>
              <p:nvPr/>
            </p:nvSpPr>
            <p:spPr>
              <a:xfrm>
                <a:off x="3039925" y="3831200"/>
                <a:ext cx="69900" cy="38650"/>
              </a:xfrm>
              <a:custGeom>
                <a:rect b="b" l="l" r="r" t="t"/>
                <a:pathLst>
                  <a:path extrusionOk="0" h="1546" w="2796">
                    <a:moveTo>
                      <a:pt x="906" y="1"/>
                    </a:moveTo>
                    <a:cubicBezTo>
                      <a:pt x="610" y="1"/>
                      <a:pt x="469" y="259"/>
                      <a:pt x="469" y="259"/>
                    </a:cubicBezTo>
                    <a:cubicBezTo>
                      <a:pt x="0" y="1147"/>
                      <a:pt x="1101" y="1418"/>
                      <a:pt x="1625" y="1515"/>
                    </a:cubicBezTo>
                    <a:cubicBezTo>
                      <a:pt x="1736" y="1535"/>
                      <a:pt x="1851" y="1546"/>
                      <a:pt x="1964" y="1546"/>
                    </a:cubicBezTo>
                    <a:cubicBezTo>
                      <a:pt x="2384" y="1546"/>
                      <a:pt x="2771" y="1396"/>
                      <a:pt x="2781" y="1009"/>
                    </a:cubicBezTo>
                    <a:cubicBezTo>
                      <a:pt x="2796" y="518"/>
                      <a:pt x="1488" y="150"/>
                      <a:pt x="1075" y="27"/>
                    </a:cubicBezTo>
                    <a:cubicBezTo>
                      <a:pt x="1014" y="9"/>
                      <a:pt x="958" y="1"/>
                      <a:pt x="9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79"/>
              <p:cNvSpPr/>
              <p:nvPr/>
            </p:nvSpPr>
            <p:spPr>
              <a:xfrm>
                <a:off x="3296200" y="3831200"/>
                <a:ext cx="69875" cy="38650"/>
              </a:xfrm>
              <a:custGeom>
                <a:rect b="b" l="l" r="r" t="t"/>
                <a:pathLst>
                  <a:path extrusionOk="0" h="1546" w="2795">
                    <a:moveTo>
                      <a:pt x="1890" y="1"/>
                    </a:moveTo>
                    <a:cubicBezTo>
                      <a:pt x="1839" y="1"/>
                      <a:pt x="1783" y="9"/>
                      <a:pt x="1722" y="27"/>
                    </a:cubicBezTo>
                    <a:cubicBezTo>
                      <a:pt x="1309" y="150"/>
                      <a:pt x="0" y="518"/>
                      <a:pt x="15" y="1009"/>
                    </a:cubicBezTo>
                    <a:cubicBezTo>
                      <a:pt x="26" y="1396"/>
                      <a:pt x="413" y="1546"/>
                      <a:pt x="832" y="1546"/>
                    </a:cubicBezTo>
                    <a:cubicBezTo>
                      <a:pt x="945" y="1546"/>
                      <a:pt x="1060" y="1535"/>
                      <a:pt x="1171" y="1515"/>
                    </a:cubicBezTo>
                    <a:cubicBezTo>
                      <a:pt x="1694" y="1418"/>
                      <a:pt x="2795" y="1147"/>
                      <a:pt x="2327" y="259"/>
                    </a:cubicBezTo>
                    <a:cubicBezTo>
                      <a:pt x="2327" y="259"/>
                      <a:pt x="2187" y="1"/>
                      <a:pt x="18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79"/>
              <p:cNvSpPr/>
              <p:nvPr/>
            </p:nvSpPr>
            <p:spPr>
              <a:xfrm>
                <a:off x="3014250" y="3888775"/>
                <a:ext cx="380375" cy="33625"/>
              </a:xfrm>
              <a:custGeom>
                <a:rect b="b" l="l" r="r" t="t"/>
                <a:pathLst>
                  <a:path extrusionOk="0" h="1345" w="15215">
                    <a:moveTo>
                      <a:pt x="511" y="1"/>
                    </a:moveTo>
                    <a:cubicBezTo>
                      <a:pt x="230" y="1"/>
                      <a:pt x="1" y="228"/>
                      <a:pt x="1" y="507"/>
                    </a:cubicBezTo>
                    <a:lnTo>
                      <a:pt x="1" y="840"/>
                    </a:lnTo>
                    <a:cubicBezTo>
                      <a:pt x="1" y="1116"/>
                      <a:pt x="230" y="1345"/>
                      <a:pt x="511" y="1345"/>
                    </a:cubicBezTo>
                    <a:lnTo>
                      <a:pt x="14703" y="1345"/>
                    </a:lnTo>
                    <a:cubicBezTo>
                      <a:pt x="14984" y="1345"/>
                      <a:pt x="15213" y="1116"/>
                      <a:pt x="15214" y="840"/>
                    </a:cubicBezTo>
                    <a:lnTo>
                      <a:pt x="15214" y="507"/>
                    </a:lnTo>
                    <a:cubicBezTo>
                      <a:pt x="15214" y="229"/>
                      <a:pt x="14985" y="1"/>
                      <a:pt x="14704" y="1"/>
                    </a:cubicBezTo>
                    <a:lnTo>
                      <a:pt x="12178" y="1"/>
                    </a:lnTo>
                    <a:lnTo>
                      <a:pt x="10542" y="675"/>
                    </a:lnTo>
                    <a:lnTo>
                      <a:pt x="4785" y="675"/>
                    </a:lnTo>
                    <a:lnTo>
                      <a:pt x="338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79"/>
              <p:cNvSpPr/>
              <p:nvPr/>
            </p:nvSpPr>
            <p:spPr>
              <a:xfrm>
                <a:off x="3028450" y="3898175"/>
                <a:ext cx="69550" cy="14825"/>
              </a:xfrm>
              <a:custGeom>
                <a:rect b="b" l="l" r="r" t="t"/>
                <a:pathLst>
                  <a:path extrusionOk="0" h="593" w="2782">
                    <a:moveTo>
                      <a:pt x="9" y="0"/>
                    </a:moveTo>
                    <a:cubicBezTo>
                      <a:pt x="4" y="0"/>
                      <a:pt x="0" y="4"/>
                      <a:pt x="0" y="9"/>
                    </a:cubicBezTo>
                    <a:lnTo>
                      <a:pt x="0" y="583"/>
                    </a:lnTo>
                    <a:cubicBezTo>
                      <a:pt x="0" y="588"/>
                      <a:pt x="4" y="592"/>
                      <a:pt x="9" y="592"/>
                    </a:cubicBezTo>
                    <a:lnTo>
                      <a:pt x="2773" y="592"/>
                    </a:lnTo>
                    <a:cubicBezTo>
                      <a:pt x="2778" y="592"/>
                      <a:pt x="2782" y="588"/>
                      <a:pt x="2782" y="583"/>
                    </a:cubicBezTo>
                    <a:lnTo>
                      <a:pt x="2782" y="9"/>
                    </a:lnTo>
                    <a:cubicBezTo>
                      <a:pt x="2782" y="4"/>
                      <a:pt x="2778"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79"/>
              <p:cNvSpPr/>
              <p:nvPr/>
            </p:nvSpPr>
            <p:spPr>
              <a:xfrm>
                <a:off x="3313375" y="3898175"/>
                <a:ext cx="69550" cy="14825"/>
              </a:xfrm>
              <a:custGeom>
                <a:rect b="b" l="l" r="r" t="t"/>
                <a:pathLst>
                  <a:path extrusionOk="0" h="593" w="2782">
                    <a:moveTo>
                      <a:pt x="10" y="0"/>
                    </a:moveTo>
                    <a:cubicBezTo>
                      <a:pt x="5" y="0"/>
                      <a:pt x="1" y="4"/>
                      <a:pt x="1" y="9"/>
                    </a:cubicBezTo>
                    <a:lnTo>
                      <a:pt x="1" y="583"/>
                    </a:lnTo>
                    <a:cubicBezTo>
                      <a:pt x="1" y="588"/>
                      <a:pt x="5" y="592"/>
                      <a:pt x="10" y="592"/>
                    </a:cubicBezTo>
                    <a:lnTo>
                      <a:pt x="2773" y="592"/>
                    </a:lnTo>
                    <a:cubicBezTo>
                      <a:pt x="2776" y="592"/>
                      <a:pt x="2781" y="588"/>
                      <a:pt x="2782" y="583"/>
                    </a:cubicBezTo>
                    <a:lnTo>
                      <a:pt x="2782" y="9"/>
                    </a:lnTo>
                    <a:cubicBezTo>
                      <a:pt x="2782" y="4"/>
                      <a:pt x="2777"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79"/>
              <p:cNvSpPr/>
              <p:nvPr/>
            </p:nvSpPr>
            <p:spPr>
              <a:xfrm>
                <a:off x="3345800" y="3769350"/>
                <a:ext cx="56000" cy="31575"/>
              </a:xfrm>
              <a:custGeom>
                <a:rect b="b" l="l" r="r" t="t"/>
                <a:pathLst>
                  <a:path extrusionOk="0" h="1263" w="2240">
                    <a:moveTo>
                      <a:pt x="1326" y="0"/>
                    </a:moveTo>
                    <a:cubicBezTo>
                      <a:pt x="646" y="0"/>
                      <a:pt x="858" y="151"/>
                      <a:pt x="535" y="350"/>
                    </a:cubicBezTo>
                    <a:cubicBezTo>
                      <a:pt x="422" y="419"/>
                      <a:pt x="325" y="442"/>
                      <a:pt x="246" y="442"/>
                    </a:cubicBezTo>
                    <a:cubicBezTo>
                      <a:pt x="88" y="442"/>
                      <a:pt x="1" y="350"/>
                      <a:pt x="1" y="350"/>
                    </a:cubicBezTo>
                    <a:lnTo>
                      <a:pt x="1" y="350"/>
                    </a:lnTo>
                    <a:lnTo>
                      <a:pt x="212" y="797"/>
                    </a:lnTo>
                    <a:cubicBezTo>
                      <a:pt x="233" y="783"/>
                      <a:pt x="258" y="777"/>
                      <a:pt x="287" y="777"/>
                    </a:cubicBezTo>
                    <a:cubicBezTo>
                      <a:pt x="417" y="777"/>
                      <a:pt x="609" y="906"/>
                      <a:pt x="664" y="989"/>
                    </a:cubicBezTo>
                    <a:cubicBezTo>
                      <a:pt x="800" y="1199"/>
                      <a:pt x="1023" y="1220"/>
                      <a:pt x="1153" y="1238"/>
                    </a:cubicBezTo>
                    <a:cubicBezTo>
                      <a:pt x="1274" y="1255"/>
                      <a:pt x="1381" y="1263"/>
                      <a:pt x="1475" y="1263"/>
                    </a:cubicBezTo>
                    <a:cubicBezTo>
                      <a:pt x="2028" y="1263"/>
                      <a:pt x="2144" y="994"/>
                      <a:pt x="2170" y="753"/>
                    </a:cubicBezTo>
                    <a:cubicBezTo>
                      <a:pt x="2195" y="526"/>
                      <a:pt x="2239" y="17"/>
                      <a:pt x="1432" y="1"/>
                    </a:cubicBezTo>
                    <a:cubicBezTo>
                      <a:pt x="1394" y="0"/>
                      <a:pt x="1359" y="0"/>
                      <a:pt x="13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79"/>
              <p:cNvSpPr/>
              <p:nvPr/>
            </p:nvSpPr>
            <p:spPr>
              <a:xfrm>
                <a:off x="3008650" y="3769350"/>
                <a:ext cx="55975" cy="31575"/>
              </a:xfrm>
              <a:custGeom>
                <a:rect b="b" l="l" r="r" t="t"/>
                <a:pathLst>
                  <a:path extrusionOk="0" h="1263" w="2239">
                    <a:moveTo>
                      <a:pt x="913" y="0"/>
                    </a:moveTo>
                    <a:cubicBezTo>
                      <a:pt x="880" y="0"/>
                      <a:pt x="845" y="0"/>
                      <a:pt x="808" y="1"/>
                    </a:cubicBezTo>
                    <a:cubicBezTo>
                      <a:pt x="1" y="17"/>
                      <a:pt x="45" y="526"/>
                      <a:pt x="69" y="753"/>
                    </a:cubicBezTo>
                    <a:cubicBezTo>
                      <a:pt x="96" y="994"/>
                      <a:pt x="213" y="1263"/>
                      <a:pt x="765" y="1263"/>
                    </a:cubicBezTo>
                    <a:cubicBezTo>
                      <a:pt x="859" y="1263"/>
                      <a:pt x="966" y="1255"/>
                      <a:pt x="1087" y="1238"/>
                    </a:cubicBezTo>
                    <a:cubicBezTo>
                      <a:pt x="1216" y="1220"/>
                      <a:pt x="1439" y="1199"/>
                      <a:pt x="1575" y="989"/>
                    </a:cubicBezTo>
                    <a:cubicBezTo>
                      <a:pt x="1630" y="906"/>
                      <a:pt x="1823" y="777"/>
                      <a:pt x="1953" y="777"/>
                    </a:cubicBezTo>
                    <a:cubicBezTo>
                      <a:pt x="1982" y="777"/>
                      <a:pt x="2008" y="783"/>
                      <a:pt x="2028" y="797"/>
                    </a:cubicBezTo>
                    <a:lnTo>
                      <a:pt x="2238" y="350"/>
                    </a:lnTo>
                    <a:lnTo>
                      <a:pt x="2238" y="350"/>
                    </a:lnTo>
                    <a:cubicBezTo>
                      <a:pt x="2238" y="350"/>
                      <a:pt x="2152" y="442"/>
                      <a:pt x="1994" y="442"/>
                    </a:cubicBezTo>
                    <a:cubicBezTo>
                      <a:pt x="1915" y="442"/>
                      <a:pt x="1818" y="419"/>
                      <a:pt x="1704" y="350"/>
                    </a:cubicBezTo>
                    <a:cubicBezTo>
                      <a:pt x="1381" y="151"/>
                      <a:pt x="1593" y="0"/>
                      <a:pt x="9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58" name="Google Shape;1058;p79"/>
          <p:cNvPicPr preferRelativeResize="0"/>
          <p:nvPr/>
        </p:nvPicPr>
        <p:blipFill rotWithShape="1">
          <a:blip r:embed="rId3">
            <a:alphaModFix/>
          </a:blip>
          <a:srcRect b="0" l="862" r="8310" t="0"/>
          <a:stretch/>
        </p:blipFill>
        <p:spPr>
          <a:xfrm>
            <a:off x="459875" y="1595400"/>
            <a:ext cx="3896875" cy="2765475"/>
          </a:xfrm>
          <a:prstGeom prst="rect">
            <a:avLst/>
          </a:prstGeom>
          <a:noFill/>
          <a:ln cap="flat" cmpd="sng" w="9525">
            <a:solidFill>
              <a:schemeClr val="dk1"/>
            </a:solidFill>
            <a:prstDash val="solid"/>
            <a:round/>
            <a:headEnd len="sm" w="sm" type="none"/>
            <a:tailEnd len="sm" w="sm" type="none"/>
          </a:ln>
        </p:spPr>
      </p:pic>
      <p:pic>
        <p:nvPicPr>
          <p:cNvPr id="1059" name="Google Shape;1059;p79"/>
          <p:cNvPicPr preferRelativeResize="0"/>
          <p:nvPr/>
        </p:nvPicPr>
        <p:blipFill>
          <a:blip r:embed="rId4">
            <a:alphaModFix/>
          </a:blip>
          <a:stretch>
            <a:fillRect/>
          </a:stretch>
        </p:blipFill>
        <p:spPr>
          <a:xfrm>
            <a:off x="4613475" y="1595400"/>
            <a:ext cx="4043599" cy="1469750"/>
          </a:xfrm>
          <a:prstGeom prst="rect">
            <a:avLst/>
          </a:prstGeom>
          <a:noFill/>
          <a:ln cap="flat" cmpd="sng" w="9525">
            <a:solidFill>
              <a:schemeClr val="dk1"/>
            </a:solidFill>
            <a:prstDash val="solid"/>
            <a:round/>
            <a:headEnd len="sm" w="sm" type="none"/>
            <a:tailEnd len="sm" w="sm" type="none"/>
          </a:ln>
        </p:spPr>
      </p:pic>
      <p:pic>
        <p:nvPicPr>
          <p:cNvPr id="1060" name="Google Shape;1060;p79"/>
          <p:cNvPicPr preferRelativeResize="0"/>
          <p:nvPr/>
        </p:nvPicPr>
        <p:blipFill>
          <a:blip r:embed="rId5">
            <a:alphaModFix/>
          </a:blip>
          <a:stretch>
            <a:fillRect/>
          </a:stretch>
        </p:blipFill>
        <p:spPr>
          <a:xfrm>
            <a:off x="4922650" y="3295825"/>
            <a:ext cx="1194675" cy="1194675"/>
          </a:xfrm>
          <a:prstGeom prst="rect">
            <a:avLst/>
          </a:prstGeom>
          <a:noFill/>
          <a:ln>
            <a:noFill/>
          </a:ln>
        </p:spPr>
      </p:pic>
      <p:pic>
        <p:nvPicPr>
          <p:cNvPr id="1061" name="Google Shape;1061;p79"/>
          <p:cNvPicPr preferRelativeResize="0"/>
          <p:nvPr/>
        </p:nvPicPr>
        <p:blipFill>
          <a:blip r:embed="rId6">
            <a:alphaModFix/>
          </a:blip>
          <a:stretch>
            <a:fillRect/>
          </a:stretch>
        </p:blipFill>
        <p:spPr>
          <a:xfrm>
            <a:off x="6804425" y="3295825"/>
            <a:ext cx="1194675" cy="1194675"/>
          </a:xfrm>
          <a:prstGeom prst="rect">
            <a:avLst/>
          </a:prstGeom>
          <a:noFill/>
          <a:ln>
            <a:noFill/>
          </a:ln>
        </p:spPr>
      </p:pic>
      <p:sp>
        <p:nvSpPr>
          <p:cNvPr id="1062" name="Google Shape;1062;p79"/>
          <p:cNvSpPr txBox="1"/>
          <p:nvPr/>
        </p:nvSpPr>
        <p:spPr>
          <a:xfrm>
            <a:off x="4922688" y="4333700"/>
            <a:ext cx="1194600" cy="3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Places API</a:t>
            </a:r>
            <a:endParaRPr>
              <a:solidFill>
                <a:schemeClr val="dk1"/>
              </a:solidFill>
              <a:latin typeface="Albert Sans"/>
              <a:ea typeface="Albert Sans"/>
              <a:cs typeface="Albert Sans"/>
              <a:sym typeface="Albert Sans"/>
            </a:endParaRPr>
          </a:p>
        </p:txBody>
      </p:sp>
      <p:sp>
        <p:nvSpPr>
          <p:cNvPr id="1063" name="Google Shape;1063;p79"/>
          <p:cNvSpPr txBox="1"/>
          <p:nvPr/>
        </p:nvSpPr>
        <p:spPr>
          <a:xfrm>
            <a:off x="6732300" y="4333700"/>
            <a:ext cx="1338900" cy="34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lbert Sans"/>
                <a:ea typeface="Albert Sans"/>
                <a:cs typeface="Albert Sans"/>
                <a:sym typeface="Albert Sans"/>
              </a:rPr>
              <a:t>Directions API</a:t>
            </a:r>
            <a:endParaRPr>
              <a:solidFill>
                <a:schemeClr val="dk1"/>
              </a:solidFill>
              <a:latin typeface="Albert Sans"/>
              <a:ea typeface="Albert Sans"/>
              <a:cs typeface="Albert Sans"/>
              <a:sym typeface="Albert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80"/>
          <p:cNvSpPr txBox="1"/>
          <p:nvPr>
            <p:ph type="title"/>
          </p:nvPr>
        </p:nvSpPr>
        <p:spPr>
          <a:xfrm>
            <a:off x="810750" y="6162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on the Frontend</a:t>
            </a:r>
            <a:endParaRPr/>
          </a:p>
        </p:txBody>
      </p:sp>
      <p:sp>
        <p:nvSpPr>
          <p:cNvPr id="1069" name="Google Shape;1069;p80"/>
          <p:cNvSpPr txBox="1"/>
          <p:nvPr/>
        </p:nvSpPr>
        <p:spPr>
          <a:xfrm>
            <a:off x="1136650" y="1250700"/>
            <a:ext cx="72873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chemeClr val="dk1"/>
              </a:solidFill>
              <a:latin typeface="Albert Sans"/>
              <a:ea typeface="Albert Sans"/>
              <a:cs typeface="Albert Sans"/>
              <a:sym typeface="Albert Sans"/>
            </a:endParaRPr>
          </a:p>
        </p:txBody>
      </p:sp>
      <p:sp>
        <p:nvSpPr>
          <p:cNvPr id="1070" name="Google Shape;1070;p80"/>
          <p:cNvSpPr txBox="1"/>
          <p:nvPr/>
        </p:nvSpPr>
        <p:spPr>
          <a:xfrm>
            <a:off x="810750" y="1595400"/>
            <a:ext cx="4920600" cy="3017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Displays necessary information once user searches </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Distance</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Travel Duration</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Route</a:t>
            </a:r>
            <a:br>
              <a:rPr lang="en">
                <a:solidFill>
                  <a:schemeClr val="dk1"/>
                </a:solidFill>
                <a:latin typeface="Albert Sans"/>
                <a:ea typeface="Albert Sans"/>
                <a:cs typeface="Albert Sans"/>
                <a:sym typeface="Albert Sans"/>
              </a:rPr>
            </a:br>
            <a:endParaRPr>
              <a:solidFill>
                <a:schemeClr val="dk1"/>
              </a:solidFill>
              <a:latin typeface="Albert Sans"/>
              <a:ea typeface="Albert Sans"/>
              <a:cs typeface="Albert Sans"/>
              <a:sym typeface="Albert Sans"/>
            </a:endParaRPr>
          </a:p>
          <a:p>
            <a:pPr indent="-317500" lvl="0" marL="4572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Hits backend endpoints to get number of parking spots available</a:t>
            </a:r>
            <a:endParaRPr>
              <a:solidFill>
                <a:schemeClr val="dk1"/>
              </a:solidFill>
              <a:latin typeface="Albert Sans"/>
              <a:ea typeface="Albert Sans"/>
              <a:cs typeface="Albert Sans"/>
              <a:sym typeface="Albert Sans"/>
            </a:endParaRPr>
          </a:p>
          <a:p>
            <a:pPr indent="-317500" lvl="1" marL="9144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Gets the backend ML models predictions and displays/calculates the best route for the given priority</a:t>
            </a:r>
            <a:endParaRPr>
              <a:solidFill>
                <a:schemeClr val="dk1"/>
              </a:solidFill>
              <a:latin typeface="Albert Sans"/>
              <a:ea typeface="Albert Sans"/>
              <a:cs typeface="Albert Sans"/>
              <a:sym typeface="Albert Sans"/>
            </a:endParaRPr>
          </a:p>
          <a:p>
            <a:pPr indent="0" lvl="0" marL="914400" rtl="0" algn="l">
              <a:spcBef>
                <a:spcPts val="0"/>
              </a:spcBef>
              <a:spcAft>
                <a:spcPts val="0"/>
              </a:spcAft>
              <a:buNone/>
            </a:pPr>
            <a:r>
              <a:t/>
            </a:r>
            <a:endParaRPr>
              <a:solidFill>
                <a:schemeClr val="dk1"/>
              </a:solidFill>
              <a:latin typeface="Albert Sans"/>
              <a:ea typeface="Albert Sans"/>
              <a:cs typeface="Albert Sans"/>
              <a:sym typeface="Albert Sans"/>
            </a:endParaRPr>
          </a:p>
        </p:txBody>
      </p:sp>
      <p:pic>
        <p:nvPicPr>
          <p:cNvPr id="1071" name="Google Shape;1071;p80"/>
          <p:cNvPicPr preferRelativeResize="0"/>
          <p:nvPr/>
        </p:nvPicPr>
        <p:blipFill>
          <a:blip r:embed="rId3">
            <a:alphaModFix/>
          </a:blip>
          <a:stretch>
            <a:fillRect/>
          </a:stretch>
        </p:blipFill>
        <p:spPr>
          <a:xfrm>
            <a:off x="5910701" y="338600"/>
            <a:ext cx="1291775" cy="43680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81"/>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81"/>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Challenges</a:t>
            </a:r>
            <a:endParaRPr/>
          </a:p>
        </p:txBody>
      </p:sp>
      <p:sp>
        <p:nvSpPr>
          <p:cNvPr id="1078" name="Google Shape;1078;p81"/>
          <p:cNvSpPr txBox="1"/>
          <p:nvPr>
            <p:ph idx="1" type="subTitle"/>
          </p:nvPr>
        </p:nvSpPr>
        <p:spPr>
          <a:xfrm>
            <a:off x="440600" y="1169675"/>
            <a:ext cx="6243600" cy="32151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sz="1800"/>
              <a:t>Initial project </a:t>
            </a:r>
            <a:r>
              <a:rPr lang="en" sz="1800"/>
              <a:t>setup</a:t>
            </a:r>
            <a:r>
              <a:rPr lang="en" sz="1800"/>
              <a:t> was a hassle</a:t>
            </a:r>
            <a:endParaRPr sz="1800"/>
          </a:p>
          <a:p>
            <a:pPr indent="-342900" lvl="0" marL="457200" rtl="0" algn="l">
              <a:lnSpc>
                <a:spcPct val="200000"/>
              </a:lnSpc>
              <a:spcBef>
                <a:spcPts val="0"/>
              </a:spcBef>
              <a:spcAft>
                <a:spcPts val="0"/>
              </a:spcAft>
              <a:buSzPts val="1800"/>
              <a:buChar char="●"/>
            </a:pPr>
            <a:r>
              <a:rPr lang="en" sz="1800"/>
              <a:t>Old frontend was non functional</a:t>
            </a:r>
            <a:endParaRPr sz="1800"/>
          </a:p>
          <a:p>
            <a:pPr indent="-342900" lvl="0" marL="457200" rtl="0" algn="l">
              <a:lnSpc>
                <a:spcPct val="200000"/>
              </a:lnSpc>
              <a:spcBef>
                <a:spcPts val="0"/>
              </a:spcBef>
              <a:spcAft>
                <a:spcPts val="0"/>
              </a:spcAft>
              <a:buSzPts val="1800"/>
              <a:buChar char="●"/>
            </a:pPr>
            <a:r>
              <a:rPr lang="en" sz="1800"/>
              <a:t>Understanding the machine learning model </a:t>
            </a:r>
            <a:endParaRPr sz="1800"/>
          </a:p>
          <a:p>
            <a:pPr indent="-342900" lvl="0" marL="457200" rtl="0" algn="l">
              <a:lnSpc>
                <a:spcPct val="200000"/>
              </a:lnSpc>
              <a:spcBef>
                <a:spcPts val="0"/>
              </a:spcBef>
              <a:spcAft>
                <a:spcPts val="0"/>
              </a:spcAft>
              <a:buSzPts val="1800"/>
              <a:buChar char="●"/>
            </a:pPr>
            <a:r>
              <a:rPr lang="en" sz="1800"/>
              <a:t>Working around our busy schedules</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82"/>
          <p:cNvSpPr txBox="1"/>
          <p:nvPr>
            <p:ph type="title"/>
          </p:nvPr>
        </p:nvSpPr>
        <p:spPr>
          <a:xfrm>
            <a:off x="837775" y="5395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Past Timeline</a:t>
            </a:r>
            <a:endParaRPr/>
          </a:p>
        </p:txBody>
      </p:sp>
      <p:sp>
        <p:nvSpPr>
          <p:cNvPr id="1084" name="Google Shape;1084;p82"/>
          <p:cNvSpPr txBox="1"/>
          <p:nvPr/>
        </p:nvSpPr>
        <p:spPr>
          <a:xfrm>
            <a:off x="1699150" y="3678038"/>
            <a:ext cx="1829100" cy="77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Kumbh Sans"/>
              <a:ea typeface="Kumbh Sans"/>
              <a:cs typeface="Kumbh Sans"/>
              <a:sym typeface="Kumbh Sans"/>
            </a:endParaRPr>
          </a:p>
        </p:txBody>
      </p:sp>
      <p:sp>
        <p:nvSpPr>
          <p:cNvPr id="1085" name="Google Shape;1085;p82"/>
          <p:cNvSpPr txBox="1"/>
          <p:nvPr/>
        </p:nvSpPr>
        <p:spPr>
          <a:xfrm>
            <a:off x="3657451" y="3240138"/>
            <a:ext cx="18291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900">
              <a:solidFill>
                <a:srgbClr val="87A1D5"/>
              </a:solidFill>
              <a:latin typeface="Times New Roman"/>
              <a:ea typeface="Times New Roman"/>
              <a:cs typeface="Times New Roman"/>
              <a:sym typeface="Times New Roman"/>
            </a:endParaRPr>
          </a:p>
        </p:txBody>
      </p:sp>
      <p:sp>
        <p:nvSpPr>
          <p:cNvPr id="1086" name="Google Shape;1086;p82"/>
          <p:cNvSpPr txBox="1"/>
          <p:nvPr/>
        </p:nvSpPr>
        <p:spPr>
          <a:xfrm>
            <a:off x="3657625" y="3695538"/>
            <a:ext cx="1829100" cy="77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900">
              <a:solidFill>
                <a:srgbClr val="87A1D5"/>
              </a:solidFill>
              <a:latin typeface="Times New Roman"/>
              <a:ea typeface="Times New Roman"/>
              <a:cs typeface="Times New Roman"/>
              <a:sym typeface="Times New Roman"/>
            </a:endParaRPr>
          </a:p>
        </p:txBody>
      </p:sp>
      <p:sp>
        <p:nvSpPr>
          <p:cNvPr id="1087" name="Google Shape;1087;p82"/>
          <p:cNvSpPr txBox="1"/>
          <p:nvPr/>
        </p:nvSpPr>
        <p:spPr>
          <a:xfrm>
            <a:off x="5615751" y="3240138"/>
            <a:ext cx="18291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chemeClr val="dk1"/>
              </a:solidFill>
              <a:latin typeface="Kumbh Sans"/>
              <a:ea typeface="Kumbh Sans"/>
              <a:cs typeface="Kumbh Sans"/>
              <a:sym typeface="Kumbh Sans"/>
            </a:endParaRPr>
          </a:p>
        </p:txBody>
      </p:sp>
      <p:grpSp>
        <p:nvGrpSpPr>
          <p:cNvPr id="1088" name="Google Shape;1088;p82"/>
          <p:cNvGrpSpPr/>
          <p:nvPr/>
        </p:nvGrpSpPr>
        <p:grpSpPr>
          <a:xfrm>
            <a:off x="7344818" y="2001468"/>
            <a:ext cx="329613" cy="558370"/>
            <a:chOff x="5120850" y="2343525"/>
            <a:chExt cx="269050" cy="455775"/>
          </a:xfrm>
        </p:grpSpPr>
        <p:sp>
          <p:nvSpPr>
            <p:cNvPr id="1089" name="Google Shape;1089;p82"/>
            <p:cNvSpPr/>
            <p:nvPr/>
          </p:nvSpPr>
          <p:spPr>
            <a:xfrm>
              <a:off x="5201150" y="2398400"/>
              <a:ext cx="108425" cy="159250"/>
            </a:xfrm>
            <a:custGeom>
              <a:rect b="b" l="l" r="r" t="t"/>
              <a:pathLst>
                <a:path extrusionOk="0" h="6370" w="4337">
                  <a:moveTo>
                    <a:pt x="2257" y="521"/>
                  </a:moveTo>
                  <a:cubicBezTo>
                    <a:pt x="3291" y="521"/>
                    <a:pt x="3815" y="1040"/>
                    <a:pt x="3815" y="2063"/>
                  </a:cubicBezTo>
                  <a:lnTo>
                    <a:pt x="3815" y="2109"/>
                  </a:lnTo>
                  <a:lnTo>
                    <a:pt x="3817" y="2109"/>
                  </a:lnTo>
                  <a:cubicBezTo>
                    <a:pt x="3817" y="2649"/>
                    <a:pt x="3664" y="3054"/>
                    <a:pt x="3363" y="3311"/>
                  </a:cubicBezTo>
                  <a:cubicBezTo>
                    <a:pt x="3089" y="3546"/>
                    <a:pt x="2697" y="3665"/>
                    <a:pt x="2195" y="3665"/>
                  </a:cubicBezTo>
                  <a:lnTo>
                    <a:pt x="1298" y="3665"/>
                  </a:lnTo>
                  <a:cubicBezTo>
                    <a:pt x="1155" y="3665"/>
                    <a:pt x="1038" y="3782"/>
                    <a:pt x="1038" y="3926"/>
                  </a:cubicBezTo>
                  <a:lnTo>
                    <a:pt x="1038" y="5779"/>
                  </a:lnTo>
                  <a:cubicBezTo>
                    <a:pt x="1019" y="5802"/>
                    <a:pt x="925" y="5852"/>
                    <a:pt x="777" y="5852"/>
                  </a:cubicBezTo>
                  <a:cubicBezTo>
                    <a:pt x="628" y="5852"/>
                    <a:pt x="535" y="5803"/>
                    <a:pt x="516" y="5781"/>
                  </a:cubicBezTo>
                  <a:lnTo>
                    <a:pt x="516" y="582"/>
                  </a:lnTo>
                  <a:cubicBezTo>
                    <a:pt x="516" y="560"/>
                    <a:pt x="559" y="521"/>
                    <a:pt x="649" y="521"/>
                  </a:cubicBezTo>
                  <a:close/>
                  <a:moveTo>
                    <a:pt x="651" y="0"/>
                  </a:moveTo>
                  <a:cubicBezTo>
                    <a:pt x="285" y="0"/>
                    <a:pt x="0" y="255"/>
                    <a:pt x="0" y="580"/>
                  </a:cubicBezTo>
                  <a:lnTo>
                    <a:pt x="0" y="5781"/>
                  </a:lnTo>
                  <a:cubicBezTo>
                    <a:pt x="0" y="6127"/>
                    <a:pt x="320" y="6369"/>
                    <a:pt x="780" y="6369"/>
                  </a:cubicBezTo>
                  <a:cubicBezTo>
                    <a:pt x="1232" y="6369"/>
                    <a:pt x="1560" y="6122"/>
                    <a:pt x="1560" y="5782"/>
                  </a:cubicBezTo>
                  <a:lnTo>
                    <a:pt x="1560" y="4185"/>
                  </a:lnTo>
                  <a:lnTo>
                    <a:pt x="2197" y="4185"/>
                  </a:lnTo>
                  <a:cubicBezTo>
                    <a:pt x="3557" y="4185"/>
                    <a:pt x="4337" y="3429"/>
                    <a:pt x="4337" y="2110"/>
                  </a:cubicBezTo>
                  <a:lnTo>
                    <a:pt x="4337" y="2062"/>
                  </a:lnTo>
                  <a:cubicBezTo>
                    <a:pt x="4336" y="751"/>
                    <a:pt x="3579" y="0"/>
                    <a:pt x="22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0" name="Google Shape;1090;p82"/>
            <p:cNvSpPr/>
            <p:nvPr/>
          </p:nvSpPr>
          <p:spPr>
            <a:xfrm>
              <a:off x="5227075" y="2421200"/>
              <a:ext cx="56475" cy="61425"/>
            </a:xfrm>
            <a:custGeom>
              <a:rect b="b" l="l" r="r" t="t"/>
              <a:pathLst>
                <a:path extrusionOk="0" h="2457" w="2259">
                  <a:moveTo>
                    <a:pt x="1160" y="519"/>
                  </a:moveTo>
                  <a:cubicBezTo>
                    <a:pt x="1675" y="519"/>
                    <a:pt x="1740" y="872"/>
                    <a:pt x="1740" y="1181"/>
                  </a:cubicBezTo>
                  <a:lnTo>
                    <a:pt x="1740" y="1276"/>
                  </a:lnTo>
                  <a:cubicBezTo>
                    <a:pt x="1740" y="1584"/>
                    <a:pt x="1675" y="1938"/>
                    <a:pt x="1160" y="1938"/>
                  </a:cubicBezTo>
                  <a:lnTo>
                    <a:pt x="523" y="1938"/>
                  </a:lnTo>
                  <a:lnTo>
                    <a:pt x="523" y="519"/>
                  </a:lnTo>
                  <a:close/>
                  <a:moveTo>
                    <a:pt x="261" y="0"/>
                  </a:moveTo>
                  <a:cubicBezTo>
                    <a:pt x="118" y="0"/>
                    <a:pt x="1" y="117"/>
                    <a:pt x="1" y="261"/>
                  </a:cubicBezTo>
                  <a:lnTo>
                    <a:pt x="1" y="2197"/>
                  </a:lnTo>
                  <a:cubicBezTo>
                    <a:pt x="1" y="2341"/>
                    <a:pt x="117" y="2457"/>
                    <a:pt x="261" y="2457"/>
                  </a:cubicBezTo>
                  <a:lnTo>
                    <a:pt x="1158" y="2457"/>
                  </a:lnTo>
                  <a:cubicBezTo>
                    <a:pt x="1847" y="2457"/>
                    <a:pt x="2259" y="2016"/>
                    <a:pt x="2259" y="1277"/>
                  </a:cubicBezTo>
                  <a:lnTo>
                    <a:pt x="2259" y="1180"/>
                  </a:lnTo>
                  <a:cubicBezTo>
                    <a:pt x="2259" y="442"/>
                    <a:pt x="1847" y="0"/>
                    <a:pt x="115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1" name="Google Shape;1091;p82"/>
            <p:cNvSpPr/>
            <p:nvPr/>
          </p:nvSpPr>
          <p:spPr>
            <a:xfrm>
              <a:off x="5145925" y="2368550"/>
              <a:ext cx="218875" cy="218900"/>
            </a:xfrm>
            <a:custGeom>
              <a:rect b="b" l="l" r="r" t="t"/>
              <a:pathLst>
                <a:path extrusionOk="0" h="8756" w="8755">
                  <a:moveTo>
                    <a:pt x="8236" y="520"/>
                  </a:moveTo>
                  <a:lnTo>
                    <a:pt x="8236" y="8238"/>
                  </a:lnTo>
                  <a:lnTo>
                    <a:pt x="517" y="8238"/>
                  </a:lnTo>
                  <a:lnTo>
                    <a:pt x="517" y="520"/>
                  </a:lnTo>
                  <a:close/>
                  <a:moveTo>
                    <a:pt x="448" y="1"/>
                  </a:moveTo>
                  <a:cubicBezTo>
                    <a:pt x="201" y="1"/>
                    <a:pt x="1" y="202"/>
                    <a:pt x="1" y="449"/>
                  </a:cubicBezTo>
                  <a:lnTo>
                    <a:pt x="1" y="8308"/>
                  </a:lnTo>
                  <a:cubicBezTo>
                    <a:pt x="1" y="8555"/>
                    <a:pt x="201" y="8755"/>
                    <a:pt x="448" y="8755"/>
                  </a:cubicBezTo>
                  <a:lnTo>
                    <a:pt x="8306" y="8755"/>
                  </a:lnTo>
                  <a:cubicBezTo>
                    <a:pt x="8553" y="8755"/>
                    <a:pt x="8754" y="8555"/>
                    <a:pt x="8754" y="8308"/>
                  </a:cubicBezTo>
                  <a:lnTo>
                    <a:pt x="8754" y="449"/>
                  </a:lnTo>
                  <a:cubicBezTo>
                    <a:pt x="8754" y="202"/>
                    <a:pt x="8553" y="1"/>
                    <a:pt x="83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2" name="Google Shape;1092;p82"/>
            <p:cNvSpPr/>
            <p:nvPr/>
          </p:nvSpPr>
          <p:spPr>
            <a:xfrm>
              <a:off x="5120850" y="2495400"/>
              <a:ext cx="269025" cy="303900"/>
            </a:xfrm>
            <a:custGeom>
              <a:rect b="b" l="l" r="r" t="t"/>
              <a:pathLst>
                <a:path extrusionOk="0" h="12156" w="10761">
                  <a:moveTo>
                    <a:pt x="5692" y="4682"/>
                  </a:moveTo>
                  <a:lnTo>
                    <a:pt x="5692" y="10397"/>
                  </a:lnTo>
                  <a:lnTo>
                    <a:pt x="5067" y="10397"/>
                  </a:lnTo>
                  <a:lnTo>
                    <a:pt x="5067" y="4682"/>
                  </a:lnTo>
                  <a:close/>
                  <a:moveTo>
                    <a:pt x="6981" y="10916"/>
                  </a:moveTo>
                  <a:cubicBezTo>
                    <a:pt x="7397" y="10916"/>
                    <a:pt x="7741" y="11233"/>
                    <a:pt x="7788" y="11635"/>
                  </a:cubicBezTo>
                  <a:lnTo>
                    <a:pt x="2974" y="11635"/>
                  </a:lnTo>
                  <a:cubicBezTo>
                    <a:pt x="3021" y="11231"/>
                    <a:pt x="3363" y="10916"/>
                    <a:pt x="3779" y="10916"/>
                  </a:cubicBezTo>
                  <a:close/>
                  <a:moveTo>
                    <a:pt x="261" y="1"/>
                  </a:moveTo>
                  <a:cubicBezTo>
                    <a:pt x="116" y="1"/>
                    <a:pt x="1" y="116"/>
                    <a:pt x="1" y="260"/>
                  </a:cubicBezTo>
                  <a:lnTo>
                    <a:pt x="1" y="3743"/>
                  </a:lnTo>
                  <a:cubicBezTo>
                    <a:pt x="1" y="4262"/>
                    <a:pt x="423" y="4684"/>
                    <a:pt x="942" y="4684"/>
                  </a:cubicBezTo>
                  <a:lnTo>
                    <a:pt x="4549" y="4684"/>
                  </a:lnTo>
                  <a:lnTo>
                    <a:pt x="4549" y="10399"/>
                  </a:lnTo>
                  <a:lnTo>
                    <a:pt x="3778" y="10399"/>
                  </a:lnTo>
                  <a:cubicBezTo>
                    <a:pt x="3044" y="10399"/>
                    <a:pt x="2449" y="10995"/>
                    <a:pt x="2449" y="11728"/>
                  </a:cubicBezTo>
                  <a:lnTo>
                    <a:pt x="2449" y="11895"/>
                  </a:lnTo>
                  <a:cubicBezTo>
                    <a:pt x="2449" y="12038"/>
                    <a:pt x="2564" y="12155"/>
                    <a:pt x="2709" y="12155"/>
                  </a:cubicBezTo>
                  <a:lnTo>
                    <a:pt x="8052" y="12155"/>
                  </a:lnTo>
                  <a:cubicBezTo>
                    <a:pt x="8195" y="12155"/>
                    <a:pt x="8313" y="12039"/>
                    <a:pt x="8313" y="11895"/>
                  </a:cubicBezTo>
                  <a:lnTo>
                    <a:pt x="8313" y="11728"/>
                  </a:lnTo>
                  <a:cubicBezTo>
                    <a:pt x="8313" y="10994"/>
                    <a:pt x="7716" y="10399"/>
                    <a:pt x="6982" y="10399"/>
                  </a:cubicBezTo>
                  <a:lnTo>
                    <a:pt x="6212" y="10399"/>
                  </a:lnTo>
                  <a:lnTo>
                    <a:pt x="6212" y="4684"/>
                  </a:lnTo>
                  <a:lnTo>
                    <a:pt x="9819" y="4684"/>
                  </a:lnTo>
                  <a:cubicBezTo>
                    <a:pt x="10338" y="4684"/>
                    <a:pt x="10760" y="4261"/>
                    <a:pt x="10760" y="3743"/>
                  </a:cubicBezTo>
                  <a:lnTo>
                    <a:pt x="10760" y="260"/>
                  </a:lnTo>
                  <a:cubicBezTo>
                    <a:pt x="10759" y="116"/>
                    <a:pt x="10642" y="1"/>
                    <a:pt x="10499" y="1"/>
                  </a:cubicBezTo>
                  <a:cubicBezTo>
                    <a:pt x="10356" y="1"/>
                    <a:pt x="10239" y="116"/>
                    <a:pt x="10239" y="260"/>
                  </a:cubicBezTo>
                  <a:lnTo>
                    <a:pt x="10239" y="3743"/>
                  </a:lnTo>
                  <a:cubicBezTo>
                    <a:pt x="10239" y="3976"/>
                    <a:pt x="10050" y="4165"/>
                    <a:pt x="9817" y="4165"/>
                  </a:cubicBezTo>
                  <a:lnTo>
                    <a:pt x="943" y="4165"/>
                  </a:lnTo>
                  <a:cubicBezTo>
                    <a:pt x="710" y="4165"/>
                    <a:pt x="521" y="3976"/>
                    <a:pt x="521" y="3743"/>
                  </a:cubicBezTo>
                  <a:lnTo>
                    <a:pt x="521" y="260"/>
                  </a:lnTo>
                  <a:cubicBezTo>
                    <a:pt x="521" y="118"/>
                    <a:pt x="405" y="1"/>
                    <a:pt x="2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3" name="Google Shape;1093;p82"/>
            <p:cNvSpPr/>
            <p:nvPr/>
          </p:nvSpPr>
          <p:spPr>
            <a:xfrm>
              <a:off x="5120875" y="2343525"/>
              <a:ext cx="269025" cy="122725"/>
            </a:xfrm>
            <a:custGeom>
              <a:rect b="b" l="l" r="r" t="t"/>
              <a:pathLst>
                <a:path extrusionOk="0" h="4909" w="10761">
                  <a:moveTo>
                    <a:pt x="942" y="1"/>
                  </a:moveTo>
                  <a:cubicBezTo>
                    <a:pt x="423" y="1"/>
                    <a:pt x="1" y="423"/>
                    <a:pt x="1" y="942"/>
                  </a:cubicBezTo>
                  <a:lnTo>
                    <a:pt x="1" y="4649"/>
                  </a:lnTo>
                  <a:cubicBezTo>
                    <a:pt x="1" y="4791"/>
                    <a:pt x="117" y="4908"/>
                    <a:pt x="261" y="4908"/>
                  </a:cubicBezTo>
                  <a:cubicBezTo>
                    <a:pt x="405" y="4908"/>
                    <a:pt x="521" y="4793"/>
                    <a:pt x="521" y="4649"/>
                  </a:cubicBezTo>
                  <a:lnTo>
                    <a:pt x="521" y="942"/>
                  </a:lnTo>
                  <a:cubicBezTo>
                    <a:pt x="521" y="708"/>
                    <a:pt x="710" y="520"/>
                    <a:pt x="943" y="520"/>
                  </a:cubicBezTo>
                  <a:lnTo>
                    <a:pt x="9818" y="520"/>
                  </a:lnTo>
                  <a:cubicBezTo>
                    <a:pt x="10052" y="520"/>
                    <a:pt x="10240" y="708"/>
                    <a:pt x="10240" y="942"/>
                  </a:cubicBezTo>
                  <a:lnTo>
                    <a:pt x="10240" y="4624"/>
                  </a:lnTo>
                  <a:cubicBezTo>
                    <a:pt x="10240" y="4767"/>
                    <a:pt x="10357" y="4883"/>
                    <a:pt x="10501" y="4883"/>
                  </a:cubicBezTo>
                  <a:cubicBezTo>
                    <a:pt x="10645" y="4883"/>
                    <a:pt x="10760" y="4768"/>
                    <a:pt x="10760" y="4624"/>
                  </a:cubicBezTo>
                  <a:lnTo>
                    <a:pt x="10760" y="942"/>
                  </a:lnTo>
                  <a:cubicBezTo>
                    <a:pt x="10758" y="423"/>
                    <a:pt x="10336" y="1"/>
                    <a:pt x="981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1094" name="Google Shape;1094;p82"/>
          <p:cNvGrpSpPr/>
          <p:nvPr/>
        </p:nvGrpSpPr>
        <p:grpSpPr>
          <a:xfrm>
            <a:off x="2334721" y="1886824"/>
            <a:ext cx="558309" cy="494358"/>
            <a:chOff x="4632600" y="1721775"/>
            <a:chExt cx="455725" cy="403525"/>
          </a:xfrm>
        </p:grpSpPr>
        <p:sp>
          <p:nvSpPr>
            <p:cNvPr id="1095" name="Google Shape;1095;p82"/>
            <p:cNvSpPr/>
            <p:nvPr/>
          </p:nvSpPr>
          <p:spPr>
            <a:xfrm>
              <a:off x="4940400" y="1791475"/>
              <a:ext cx="77075" cy="55275"/>
            </a:xfrm>
            <a:custGeom>
              <a:rect b="b" l="l" r="r" t="t"/>
              <a:pathLst>
                <a:path extrusionOk="0" h="2211" w="3083">
                  <a:moveTo>
                    <a:pt x="1988" y="597"/>
                  </a:moveTo>
                  <a:lnTo>
                    <a:pt x="2294" y="901"/>
                  </a:lnTo>
                  <a:cubicBezTo>
                    <a:pt x="2473" y="1076"/>
                    <a:pt x="2483" y="1286"/>
                    <a:pt x="2272" y="1500"/>
                  </a:cubicBezTo>
                  <a:lnTo>
                    <a:pt x="2240" y="1533"/>
                  </a:lnTo>
                  <a:cubicBezTo>
                    <a:pt x="2131" y="1643"/>
                    <a:pt x="2022" y="1695"/>
                    <a:pt x="1918" y="1695"/>
                  </a:cubicBezTo>
                  <a:cubicBezTo>
                    <a:pt x="1820" y="1695"/>
                    <a:pt x="1726" y="1649"/>
                    <a:pt x="1639" y="1564"/>
                  </a:cubicBezTo>
                  <a:lnTo>
                    <a:pt x="1334" y="1260"/>
                  </a:lnTo>
                  <a:lnTo>
                    <a:pt x="1988" y="597"/>
                  </a:lnTo>
                  <a:close/>
                  <a:moveTo>
                    <a:pt x="1934" y="1"/>
                  </a:moveTo>
                  <a:cubicBezTo>
                    <a:pt x="1895" y="1"/>
                    <a:pt x="1860" y="15"/>
                    <a:pt x="1834" y="41"/>
                  </a:cubicBezTo>
                  <a:lnTo>
                    <a:pt x="73" y="1822"/>
                  </a:lnTo>
                  <a:cubicBezTo>
                    <a:pt x="0" y="1897"/>
                    <a:pt x="51" y="2022"/>
                    <a:pt x="140" y="2111"/>
                  </a:cubicBezTo>
                  <a:cubicBezTo>
                    <a:pt x="199" y="2168"/>
                    <a:pt x="275" y="2210"/>
                    <a:pt x="342" y="2210"/>
                  </a:cubicBezTo>
                  <a:cubicBezTo>
                    <a:pt x="375" y="2210"/>
                    <a:pt x="405" y="2200"/>
                    <a:pt x="430" y="2176"/>
                  </a:cubicBezTo>
                  <a:lnTo>
                    <a:pt x="1058" y="1539"/>
                  </a:lnTo>
                  <a:lnTo>
                    <a:pt x="1364" y="1843"/>
                  </a:lnTo>
                  <a:cubicBezTo>
                    <a:pt x="1559" y="2035"/>
                    <a:pt x="1779" y="2155"/>
                    <a:pt x="2010" y="2155"/>
                  </a:cubicBezTo>
                  <a:cubicBezTo>
                    <a:pt x="2210" y="2155"/>
                    <a:pt x="2417" y="2066"/>
                    <a:pt x="2623" y="1857"/>
                  </a:cubicBezTo>
                  <a:lnTo>
                    <a:pt x="2640" y="1841"/>
                  </a:lnTo>
                  <a:cubicBezTo>
                    <a:pt x="3083" y="1392"/>
                    <a:pt x="2975" y="954"/>
                    <a:pt x="2627" y="610"/>
                  </a:cubicBezTo>
                  <a:lnTo>
                    <a:pt x="2076" y="65"/>
                  </a:lnTo>
                  <a:cubicBezTo>
                    <a:pt x="2031" y="21"/>
                    <a:pt x="1980" y="1"/>
                    <a:pt x="19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6" name="Google Shape;1096;p82"/>
            <p:cNvSpPr/>
            <p:nvPr/>
          </p:nvSpPr>
          <p:spPr>
            <a:xfrm>
              <a:off x="4921600" y="1779675"/>
              <a:ext cx="8375" cy="8350"/>
            </a:xfrm>
            <a:custGeom>
              <a:rect b="b" l="l" r="r" t="t"/>
              <a:pathLst>
                <a:path extrusionOk="0" h="334" w="335">
                  <a:moveTo>
                    <a:pt x="334" y="0"/>
                  </a:moveTo>
                  <a:lnTo>
                    <a:pt x="1" y="33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7" name="Google Shape;1097;p82"/>
            <p:cNvSpPr/>
            <p:nvPr/>
          </p:nvSpPr>
          <p:spPr>
            <a:xfrm>
              <a:off x="4929950" y="1778825"/>
              <a:ext cx="850" cy="875"/>
            </a:xfrm>
            <a:custGeom>
              <a:rect b="b" l="l" r="r" t="t"/>
              <a:pathLst>
                <a:path extrusionOk="0" h="35" w="34">
                  <a:moveTo>
                    <a:pt x="33" y="1"/>
                  </a:moveTo>
                  <a:lnTo>
                    <a:pt x="0" y="3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8" name="Google Shape;1098;p82"/>
            <p:cNvSpPr/>
            <p:nvPr/>
          </p:nvSpPr>
          <p:spPr>
            <a:xfrm>
              <a:off x="4912250" y="1793575"/>
              <a:ext cx="3850" cy="3800"/>
            </a:xfrm>
            <a:custGeom>
              <a:rect b="b" l="l" r="r" t="t"/>
              <a:pathLst>
                <a:path extrusionOk="0" h="152" w="154">
                  <a:moveTo>
                    <a:pt x="153" y="0"/>
                  </a:moveTo>
                  <a:lnTo>
                    <a:pt x="1" y="152"/>
                  </a:lnTo>
                  <a:cubicBezTo>
                    <a:pt x="50" y="103"/>
                    <a:pt x="102" y="53"/>
                    <a:pt x="15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099" name="Google Shape;1099;p82"/>
            <p:cNvSpPr/>
            <p:nvPr/>
          </p:nvSpPr>
          <p:spPr>
            <a:xfrm>
              <a:off x="4919600" y="1788000"/>
              <a:ext cx="2050" cy="2050"/>
            </a:xfrm>
            <a:custGeom>
              <a:rect b="b" l="l" r="r" t="t"/>
              <a:pathLst>
                <a:path extrusionOk="0" h="82" w="82">
                  <a:moveTo>
                    <a:pt x="82" y="0"/>
                  </a:moveTo>
                  <a:lnTo>
                    <a:pt x="0" y="8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0" name="Google Shape;1100;p82"/>
            <p:cNvSpPr/>
            <p:nvPr/>
          </p:nvSpPr>
          <p:spPr>
            <a:xfrm>
              <a:off x="4917025" y="1790025"/>
              <a:ext cx="2600" cy="2600"/>
            </a:xfrm>
            <a:custGeom>
              <a:rect b="b" l="l" r="r" t="t"/>
              <a:pathLst>
                <a:path extrusionOk="0" h="104" w="104">
                  <a:moveTo>
                    <a:pt x="103" y="0"/>
                  </a:moveTo>
                  <a:lnTo>
                    <a:pt x="0" y="10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1" name="Google Shape;1101;p82"/>
            <p:cNvSpPr/>
            <p:nvPr/>
          </p:nvSpPr>
          <p:spPr>
            <a:xfrm>
              <a:off x="4916075" y="1792600"/>
              <a:ext cx="975" cy="1000"/>
            </a:xfrm>
            <a:custGeom>
              <a:rect b="b" l="l" r="r" t="t"/>
              <a:pathLst>
                <a:path extrusionOk="0" h="40" w="39">
                  <a:moveTo>
                    <a:pt x="38" y="0"/>
                  </a:moveTo>
                  <a:lnTo>
                    <a:pt x="0" y="3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2" name="Google Shape;1102;p82"/>
            <p:cNvSpPr/>
            <p:nvPr/>
          </p:nvSpPr>
          <p:spPr>
            <a:xfrm>
              <a:off x="4935675" y="1766850"/>
              <a:ext cx="7050" cy="7050"/>
            </a:xfrm>
            <a:custGeom>
              <a:rect b="b" l="l" r="r" t="t"/>
              <a:pathLst>
                <a:path extrusionOk="0" h="282" w="282">
                  <a:moveTo>
                    <a:pt x="282" y="1"/>
                  </a:moveTo>
                  <a:lnTo>
                    <a:pt x="1" y="28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3" name="Google Shape;1103;p82"/>
            <p:cNvSpPr/>
            <p:nvPr/>
          </p:nvSpPr>
          <p:spPr>
            <a:xfrm>
              <a:off x="4971600" y="1737800"/>
              <a:ext cx="100" cy="100"/>
            </a:xfrm>
            <a:custGeom>
              <a:rect b="b" l="l" r="r" t="t"/>
              <a:pathLst>
                <a:path extrusionOk="0" h="4" w="4">
                  <a:moveTo>
                    <a:pt x="3" y="0"/>
                  </a:moveTo>
                  <a:lnTo>
                    <a:pt x="0" y="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4" name="Google Shape;1104;p82"/>
            <p:cNvSpPr/>
            <p:nvPr/>
          </p:nvSpPr>
          <p:spPr>
            <a:xfrm>
              <a:off x="4974100" y="1735300"/>
              <a:ext cx="100" cy="125"/>
            </a:xfrm>
            <a:custGeom>
              <a:rect b="b" l="l" r="r" t="t"/>
              <a:pathLst>
                <a:path extrusionOk="0" h="5" w="4">
                  <a:moveTo>
                    <a:pt x="3" y="0"/>
                  </a:moveTo>
                  <a:lnTo>
                    <a:pt x="0" y="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5" name="Google Shape;1105;p82"/>
            <p:cNvSpPr/>
            <p:nvPr/>
          </p:nvSpPr>
          <p:spPr>
            <a:xfrm>
              <a:off x="4971675" y="1735650"/>
              <a:ext cx="2150" cy="2225"/>
            </a:xfrm>
            <a:custGeom>
              <a:rect b="b" l="l" r="r" t="t"/>
              <a:pathLst>
                <a:path extrusionOk="0" h="89" w="86">
                  <a:moveTo>
                    <a:pt x="86" y="1"/>
                  </a:moveTo>
                  <a:lnTo>
                    <a:pt x="62" y="25"/>
                  </a:lnTo>
                  <a:lnTo>
                    <a:pt x="62" y="25"/>
                  </a:lnTo>
                  <a:cubicBezTo>
                    <a:pt x="72" y="15"/>
                    <a:pt x="80" y="7"/>
                    <a:pt x="86" y="1"/>
                  </a:cubicBezTo>
                  <a:close/>
                  <a:moveTo>
                    <a:pt x="62" y="25"/>
                  </a:moveTo>
                  <a:lnTo>
                    <a:pt x="62" y="25"/>
                  </a:lnTo>
                  <a:cubicBezTo>
                    <a:pt x="46" y="41"/>
                    <a:pt x="25" y="62"/>
                    <a:pt x="0" y="88"/>
                  </a:cubicBezTo>
                  <a:lnTo>
                    <a:pt x="62" y="2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6" name="Google Shape;1106;p82"/>
            <p:cNvSpPr/>
            <p:nvPr/>
          </p:nvSpPr>
          <p:spPr>
            <a:xfrm>
              <a:off x="4942700" y="1766400"/>
              <a:ext cx="475" cy="475"/>
            </a:xfrm>
            <a:custGeom>
              <a:rect b="b" l="l" r="r" t="t"/>
              <a:pathLst>
                <a:path extrusionOk="0" h="19" w="19">
                  <a:moveTo>
                    <a:pt x="18" y="0"/>
                  </a:moveTo>
                  <a:lnTo>
                    <a:pt x="1" y="1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7" name="Google Shape;1107;p82"/>
            <p:cNvSpPr/>
            <p:nvPr/>
          </p:nvSpPr>
          <p:spPr>
            <a:xfrm>
              <a:off x="4943200" y="1737900"/>
              <a:ext cx="28425" cy="28525"/>
            </a:xfrm>
            <a:custGeom>
              <a:rect b="b" l="l" r="r" t="t"/>
              <a:pathLst>
                <a:path extrusionOk="0" h="1141" w="1137">
                  <a:moveTo>
                    <a:pt x="1136" y="0"/>
                  </a:moveTo>
                  <a:cubicBezTo>
                    <a:pt x="939" y="196"/>
                    <a:pt x="491" y="647"/>
                    <a:pt x="0" y="1140"/>
                  </a:cubicBezTo>
                  <a:lnTo>
                    <a:pt x="11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8" name="Google Shape;1108;p82"/>
            <p:cNvSpPr/>
            <p:nvPr/>
          </p:nvSpPr>
          <p:spPr>
            <a:xfrm>
              <a:off x="4930775" y="1773875"/>
              <a:ext cx="4925" cy="4975"/>
            </a:xfrm>
            <a:custGeom>
              <a:rect b="b" l="l" r="r" t="t"/>
              <a:pathLst>
                <a:path extrusionOk="0" h="199" w="197">
                  <a:moveTo>
                    <a:pt x="197" y="1"/>
                  </a:moveTo>
                  <a:lnTo>
                    <a:pt x="0" y="199"/>
                  </a:lnTo>
                  <a:cubicBezTo>
                    <a:pt x="66" y="133"/>
                    <a:pt x="132" y="68"/>
                    <a:pt x="1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09" name="Google Shape;1109;p82"/>
            <p:cNvSpPr/>
            <p:nvPr/>
          </p:nvSpPr>
          <p:spPr>
            <a:xfrm>
              <a:off x="4897600" y="1809950"/>
              <a:ext cx="2175" cy="2200"/>
            </a:xfrm>
            <a:custGeom>
              <a:rect b="b" l="l" r="r" t="t"/>
              <a:pathLst>
                <a:path extrusionOk="0" h="88" w="87">
                  <a:moveTo>
                    <a:pt x="87" y="0"/>
                  </a:moveTo>
                  <a:lnTo>
                    <a:pt x="87" y="0"/>
                  </a:lnTo>
                  <a:cubicBezTo>
                    <a:pt x="45" y="41"/>
                    <a:pt x="15" y="71"/>
                    <a:pt x="0" y="88"/>
                  </a:cubicBezTo>
                  <a:lnTo>
                    <a:pt x="8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0" name="Google Shape;1110;p82"/>
            <p:cNvSpPr/>
            <p:nvPr/>
          </p:nvSpPr>
          <p:spPr>
            <a:xfrm>
              <a:off x="4899750" y="1809875"/>
              <a:ext cx="75" cy="100"/>
            </a:xfrm>
            <a:custGeom>
              <a:rect b="b" l="l" r="r" t="t"/>
              <a:pathLst>
                <a:path extrusionOk="0" h="4" w="3">
                  <a:moveTo>
                    <a:pt x="3" y="0"/>
                  </a:moveTo>
                  <a:cubicBezTo>
                    <a:pt x="2" y="0"/>
                    <a:pt x="1" y="2"/>
                    <a:pt x="1" y="3"/>
                  </a:cubicBezTo>
                  <a:lnTo>
                    <a:pt x="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1" name="Google Shape;1111;p82"/>
            <p:cNvSpPr/>
            <p:nvPr/>
          </p:nvSpPr>
          <p:spPr>
            <a:xfrm>
              <a:off x="4897300" y="1812125"/>
              <a:ext cx="275" cy="300"/>
            </a:xfrm>
            <a:custGeom>
              <a:rect b="b" l="l" r="r" t="t"/>
              <a:pathLst>
                <a:path extrusionOk="0" h="12" w="11">
                  <a:moveTo>
                    <a:pt x="11" y="1"/>
                  </a:moveTo>
                  <a:lnTo>
                    <a:pt x="1" y="1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2" name="Google Shape;1112;p82"/>
            <p:cNvSpPr/>
            <p:nvPr/>
          </p:nvSpPr>
          <p:spPr>
            <a:xfrm>
              <a:off x="4911675" y="1797350"/>
              <a:ext cx="650" cy="675"/>
            </a:xfrm>
            <a:custGeom>
              <a:rect b="b" l="l" r="r" t="t"/>
              <a:pathLst>
                <a:path extrusionOk="0" h="27" w="26">
                  <a:moveTo>
                    <a:pt x="26" y="1"/>
                  </a:moveTo>
                  <a:lnTo>
                    <a:pt x="0" y="27"/>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3" name="Google Shape;1113;p82"/>
            <p:cNvSpPr/>
            <p:nvPr/>
          </p:nvSpPr>
          <p:spPr>
            <a:xfrm>
              <a:off x="4632600" y="1721775"/>
              <a:ext cx="455725" cy="403525"/>
            </a:xfrm>
            <a:custGeom>
              <a:rect b="b" l="l" r="r" t="t"/>
              <a:pathLst>
                <a:path extrusionOk="0" h="16141" w="18229">
                  <a:moveTo>
                    <a:pt x="7716" y="7405"/>
                  </a:moveTo>
                  <a:cubicBezTo>
                    <a:pt x="7724" y="7409"/>
                    <a:pt x="7733" y="7412"/>
                    <a:pt x="7741" y="7415"/>
                  </a:cubicBezTo>
                  <a:lnTo>
                    <a:pt x="8422" y="7648"/>
                  </a:lnTo>
                  <a:lnTo>
                    <a:pt x="8663" y="8326"/>
                  </a:lnTo>
                  <a:cubicBezTo>
                    <a:pt x="8683" y="8382"/>
                    <a:pt x="8721" y="8428"/>
                    <a:pt x="8770" y="8459"/>
                  </a:cubicBezTo>
                  <a:lnTo>
                    <a:pt x="8440" y="8790"/>
                  </a:lnTo>
                  <a:cubicBezTo>
                    <a:pt x="8366" y="8863"/>
                    <a:pt x="8268" y="8903"/>
                    <a:pt x="8163" y="8903"/>
                  </a:cubicBezTo>
                  <a:lnTo>
                    <a:pt x="8154" y="8903"/>
                  </a:lnTo>
                  <a:cubicBezTo>
                    <a:pt x="7999" y="8903"/>
                    <a:pt x="7778" y="8730"/>
                    <a:pt x="7716" y="8568"/>
                  </a:cubicBezTo>
                  <a:lnTo>
                    <a:pt x="7716" y="7405"/>
                  </a:lnTo>
                  <a:close/>
                  <a:moveTo>
                    <a:pt x="11882" y="8056"/>
                  </a:moveTo>
                  <a:cubicBezTo>
                    <a:pt x="12000" y="8056"/>
                    <a:pt x="12119" y="8089"/>
                    <a:pt x="12222" y="8156"/>
                  </a:cubicBezTo>
                  <a:lnTo>
                    <a:pt x="11259" y="9118"/>
                  </a:lnTo>
                  <a:lnTo>
                    <a:pt x="11048" y="8907"/>
                  </a:lnTo>
                  <a:cubicBezTo>
                    <a:pt x="10973" y="8831"/>
                    <a:pt x="10973" y="8707"/>
                    <a:pt x="11048" y="8631"/>
                  </a:cubicBezTo>
                  <a:lnTo>
                    <a:pt x="11441" y="8239"/>
                  </a:lnTo>
                  <a:cubicBezTo>
                    <a:pt x="11563" y="8116"/>
                    <a:pt x="11722" y="8056"/>
                    <a:pt x="11882" y="8056"/>
                  </a:cubicBezTo>
                  <a:close/>
                  <a:moveTo>
                    <a:pt x="3977" y="14206"/>
                  </a:moveTo>
                  <a:cubicBezTo>
                    <a:pt x="4093" y="14206"/>
                    <a:pt x="4189" y="14302"/>
                    <a:pt x="4189" y="14418"/>
                  </a:cubicBezTo>
                  <a:cubicBezTo>
                    <a:pt x="4189" y="14536"/>
                    <a:pt x="4093" y="14632"/>
                    <a:pt x="3977" y="14632"/>
                  </a:cubicBezTo>
                  <a:cubicBezTo>
                    <a:pt x="3859" y="14632"/>
                    <a:pt x="3764" y="14536"/>
                    <a:pt x="3764" y="14418"/>
                  </a:cubicBezTo>
                  <a:cubicBezTo>
                    <a:pt x="3764" y="14302"/>
                    <a:pt x="3859" y="14206"/>
                    <a:pt x="3977" y="14206"/>
                  </a:cubicBezTo>
                  <a:close/>
                  <a:moveTo>
                    <a:pt x="1562" y="11000"/>
                  </a:moveTo>
                  <a:cubicBezTo>
                    <a:pt x="1581" y="11000"/>
                    <a:pt x="1599" y="11007"/>
                    <a:pt x="1614" y="11021"/>
                  </a:cubicBezTo>
                  <a:lnTo>
                    <a:pt x="1852" y="11260"/>
                  </a:lnTo>
                  <a:lnTo>
                    <a:pt x="4461" y="13868"/>
                  </a:lnTo>
                  <a:cubicBezTo>
                    <a:pt x="4332" y="13753"/>
                    <a:pt x="4162" y="13684"/>
                    <a:pt x="3977" y="13684"/>
                  </a:cubicBezTo>
                  <a:cubicBezTo>
                    <a:pt x="3572" y="13684"/>
                    <a:pt x="3243" y="14014"/>
                    <a:pt x="3243" y="14417"/>
                  </a:cubicBezTo>
                  <a:cubicBezTo>
                    <a:pt x="3243" y="14822"/>
                    <a:pt x="3572" y="15152"/>
                    <a:pt x="3977" y="15152"/>
                  </a:cubicBezTo>
                  <a:cubicBezTo>
                    <a:pt x="4380" y="15152"/>
                    <a:pt x="4710" y="14822"/>
                    <a:pt x="4710" y="14417"/>
                  </a:cubicBezTo>
                  <a:cubicBezTo>
                    <a:pt x="4710" y="14232"/>
                    <a:pt x="4641" y="14063"/>
                    <a:pt x="4525" y="13934"/>
                  </a:cubicBezTo>
                  <a:lnTo>
                    <a:pt x="4525" y="13934"/>
                  </a:lnTo>
                  <a:lnTo>
                    <a:pt x="4881" y="14289"/>
                  </a:lnTo>
                  <a:lnTo>
                    <a:pt x="5121" y="14529"/>
                  </a:lnTo>
                  <a:cubicBezTo>
                    <a:pt x="5138" y="14546"/>
                    <a:pt x="5141" y="14566"/>
                    <a:pt x="5141" y="14580"/>
                  </a:cubicBezTo>
                  <a:cubicBezTo>
                    <a:pt x="5141" y="14595"/>
                    <a:pt x="5137" y="14615"/>
                    <a:pt x="5121" y="14632"/>
                  </a:cubicBezTo>
                  <a:lnTo>
                    <a:pt x="4153" y="15599"/>
                  </a:lnTo>
                  <a:cubicBezTo>
                    <a:pt x="4138" y="15613"/>
                    <a:pt x="4120" y="15620"/>
                    <a:pt x="4101" y="15620"/>
                  </a:cubicBezTo>
                  <a:cubicBezTo>
                    <a:pt x="4083" y="15620"/>
                    <a:pt x="4065" y="15613"/>
                    <a:pt x="4051" y="15599"/>
                  </a:cubicBezTo>
                  <a:lnTo>
                    <a:pt x="544" y="12092"/>
                  </a:lnTo>
                  <a:cubicBezTo>
                    <a:pt x="525" y="12074"/>
                    <a:pt x="523" y="12054"/>
                    <a:pt x="523" y="12040"/>
                  </a:cubicBezTo>
                  <a:cubicBezTo>
                    <a:pt x="523" y="12027"/>
                    <a:pt x="526" y="12007"/>
                    <a:pt x="544" y="11989"/>
                  </a:cubicBezTo>
                  <a:lnTo>
                    <a:pt x="1512" y="11021"/>
                  </a:lnTo>
                  <a:cubicBezTo>
                    <a:pt x="1526" y="11007"/>
                    <a:pt x="1544" y="11000"/>
                    <a:pt x="1562" y="11000"/>
                  </a:cubicBezTo>
                  <a:close/>
                  <a:moveTo>
                    <a:pt x="13665" y="1"/>
                  </a:moveTo>
                  <a:cubicBezTo>
                    <a:pt x="13543" y="1"/>
                    <a:pt x="13421" y="47"/>
                    <a:pt x="13328" y="140"/>
                  </a:cubicBezTo>
                  <a:lnTo>
                    <a:pt x="10306" y="3172"/>
                  </a:lnTo>
                  <a:cubicBezTo>
                    <a:pt x="9496" y="3081"/>
                    <a:pt x="8634" y="2979"/>
                    <a:pt x="8379" y="2948"/>
                  </a:cubicBezTo>
                  <a:cubicBezTo>
                    <a:pt x="8322" y="2941"/>
                    <a:pt x="8264" y="2937"/>
                    <a:pt x="8207" y="2937"/>
                  </a:cubicBezTo>
                  <a:cubicBezTo>
                    <a:pt x="7864" y="2937"/>
                    <a:pt x="7527" y="3057"/>
                    <a:pt x="7262" y="3276"/>
                  </a:cubicBezTo>
                  <a:lnTo>
                    <a:pt x="4912" y="5221"/>
                  </a:lnTo>
                  <a:cubicBezTo>
                    <a:pt x="4530" y="5536"/>
                    <a:pt x="4260" y="5955"/>
                    <a:pt x="4127" y="6434"/>
                  </a:cubicBezTo>
                  <a:cubicBezTo>
                    <a:pt x="4087" y="6580"/>
                    <a:pt x="4040" y="6743"/>
                    <a:pt x="3990" y="6918"/>
                  </a:cubicBezTo>
                  <a:cubicBezTo>
                    <a:pt x="3951" y="7057"/>
                    <a:pt x="4031" y="7201"/>
                    <a:pt x="4169" y="7240"/>
                  </a:cubicBezTo>
                  <a:cubicBezTo>
                    <a:pt x="4193" y="7247"/>
                    <a:pt x="4217" y="7250"/>
                    <a:pt x="4241" y="7250"/>
                  </a:cubicBezTo>
                  <a:cubicBezTo>
                    <a:pt x="4355" y="7250"/>
                    <a:pt x="4459" y="7175"/>
                    <a:pt x="4491" y="7061"/>
                  </a:cubicBezTo>
                  <a:cubicBezTo>
                    <a:pt x="4541" y="6885"/>
                    <a:pt x="4587" y="6719"/>
                    <a:pt x="4627" y="6573"/>
                  </a:cubicBezTo>
                  <a:cubicBezTo>
                    <a:pt x="4730" y="6199"/>
                    <a:pt x="4942" y="5871"/>
                    <a:pt x="5243" y="5624"/>
                  </a:cubicBezTo>
                  <a:lnTo>
                    <a:pt x="7593" y="3680"/>
                  </a:lnTo>
                  <a:cubicBezTo>
                    <a:pt x="7764" y="3538"/>
                    <a:pt x="7982" y="3461"/>
                    <a:pt x="8204" y="3461"/>
                  </a:cubicBezTo>
                  <a:cubicBezTo>
                    <a:pt x="8241" y="3461"/>
                    <a:pt x="8279" y="3463"/>
                    <a:pt x="8316" y="3468"/>
                  </a:cubicBezTo>
                  <a:cubicBezTo>
                    <a:pt x="8528" y="3493"/>
                    <a:pt x="9162" y="3568"/>
                    <a:pt x="9835" y="3646"/>
                  </a:cubicBezTo>
                  <a:lnTo>
                    <a:pt x="8448" y="5036"/>
                  </a:lnTo>
                  <a:lnTo>
                    <a:pt x="8417" y="5067"/>
                  </a:lnTo>
                  <a:lnTo>
                    <a:pt x="8343" y="5078"/>
                  </a:lnTo>
                  <a:cubicBezTo>
                    <a:pt x="8297" y="5085"/>
                    <a:pt x="8253" y="5105"/>
                    <a:pt x="8217" y="5135"/>
                  </a:cubicBezTo>
                  <a:lnTo>
                    <a:pt x="7292" y="5896"/>
                  </a:lnTo>
                  <a:cubicBezTo>
                    <a:pt x="7231" y="5945"/>
                    <a:pt x="7196" y="6020"/>
                    <a:pt x="7196" y="6097"/>
                  </a:cubicBezTo>
                  <a:lnTo>
                    <a:pt x="7196" y="8610"/>
                  </a:lnTo>
                  <a:cubicBezTo>
                    <a:pt x="7196" y="8634"/>
                    <a:pt x="7199" y="8656"/>
                    <a:pt x="7205" y="8677"/>
                  </a:cubicBezTo>
                  <a:cubicBezTo>
                    <a:pt x="7313" y="9077"/>
                    <a:pt x="7756" y="9427"/>
                    <a:pt x="8155" y="9427"/>
                  </a:cubicBezTo>
                  <a:lnTo>
                    <a:pt x="8164" y="9427"/>
                  </a:lnTo>
                  <a:cubicBezTo>
                    <a:pt x="8409" y="9427"/>
                    <a:pt x="8638" y="9332"/>
                    <a:pt x="8809" y="9160"/>
                  </a:cubicBezTo>
                  <a:lnTo>
                    <a:pt x="9429" y="8539"/>
                  </a:lnTo>
                  <a:lnTo>
                    <a:pt x="9905" y="8064"/>
                  </a:lnTo>
                  <a:cubicBezTo>
                    <a:pt x="10409" y="7560"/>
                    <a:pt x="11328" y="7175"/>
                    <a:pt x="12000" y="7175"/>
                  </a:cubicBezTo>
                  <a:cubicBezTo>
                    <a:pt x="12029" y="7175"/>
                    <a:pt x="12058" y="7176"/>
                    <a:pt x="12086" y="7177"/>
                  </a:cubicBezTo>
                  <a:lnTo>
                    <a:pt x="12087" y="7177"/>
                  </a:lnTo>
                  <a:cubicBezTo>
                    <a:pt x="12122" y="7178"/>
                    <a:pt x="12155" y="7182"/>
                    <a:pt x="12188" y="7185"/>
                  </a:cubicBezTo>
                  <a:cubicBezTo>
                    <a:pt x="12204" y="7189"/>
                    <a:pt x="12221" y="7191"/>
                    <a:pt x="12236" y="7194"/>
                  </a:cubicBezTo>
                  <a:lnTo>
                    <a:pt x="12237" y="7194"/>
                  </a:lnTo>
                  <a:cubicBezTo>
                    <a:pt x="12376" y="7219"/>
                    <a:pt x="12479" y="7270"/>
                    <a:pt x="12536" y="7339"/>
                  </a:cubicBezTo>
                  <a:cubicBezTo>
                    <a:pt x="12543" y="7347"/>
                    <a:pt x="12548" y="7353"/>
                    <a:pt x="12555" y="7359"/>
                  </a:cubicBezTo>
                  <a:cubicBezTo>
                    <a:pt x="12657" y="7461"/>
                    <a:pt x="12657" y="7545"/>
                    <a:pt x="12646" y="7606"/>
                  </a:cubicBezTo>
                  <a:cubicBezTo>
                    <a:pt x="12636" y="7656"/>
                    <a:pt x="12612" y="7710"/>
                    <a:pt x="12577" y="7767"/>
                  </a:cubicBezTo>
                  <a:cubicBezTo>
                    <a:pt x="12373" y="7612"/>
                    <a:pt x="12128" y="7535"/>
                    <a:pt x="11884" y="7535"/>
                  </a:cubicBezTo>
                  <a:cubicBezTo>
                    <a:pt x="11590" y="7535"/>
                    <a:pt x="11297" y="7646"/>
                    <a:pt x="11074" y="7869"/>
                  </a:cubicBezTo>
                  <a:lnTo>
                    <a:pt x="10681" y="8261"/>
                  </a:lnTo>
                  <a:cubicBezTo>
                    <a:pt x="10402" y="8541"/>
                    <a:pt x="10402" y="8996"/>
                    <a:pt x="10681" y="9275"/>
                  </a:cubicBezTo>
                  <a:lnTo>
                    <a:pt x="10892" y="9486"/>
                  </a:lnTo>
                  <a:lnTo>
                    <a:pt x="9825" y="10554"/>
                  </a:lnTo>
                  <a:cubicBezTo>
                    <a:pt x="9817" y="10562"/>
                    <a:pt x="9810" y="10568"/>
                    <a:pt x="9804" y="10577"/>
                  </a:cubicBezTo>
                  <a:lnTo>
                    <a:pt x="8914" y="11703"/>
                  </a:lnTo>
                  <a:cubicBezTo>
                    <a:pt x="8581" y="12122"/>
                    <a:pt x="8137" y="12436"/>
                    <a:pt x="7633" y="12610"/>
                  </a:cubicBezTo>
                  <a:lnTo>
                    <a:pt x="5877" y="13201"/>
                  </a:lnTo>
                  <a:cubicBezTo>
                    <a:pt x="5622" y="13276"/>
                    <a:pt x="5389" y="13415"/>
                    <a:pt x="5202" y="13603"/>
                  </a:cubicBezTo>
                  <a:lnTo>
                    <a:pt x="5065" y="13739"/>
                  </a:lnTo>
                  <a:lnTo>
                    <a:pt x="2403" y="11076"/>
                  </a:lnTo>
                  <a:lnTo>
                    <a:pt x="3447" y="10033"/>
                  </a:lnTo>
                  <a:cubicBezTo>
                    <a:pt x="3465" y="10015"/>
                    <a:pt x="3482" y="9993"/>
                    <a:pt x="3494" y="9970"/>
                  </a:cubicBezTo>
                  <a:cubicBezTo>
                    <a:pt x="3630" y="9710"/>
                    <a:pt x="3797" y="9282"/>
                    <a:pt x="3993" y="8693"/>
                  </a:cubicBezTo>
                  <a:cubicBezTo>
                    <a:pt x="4038" y="8557"/>
                    <a:pt x="3964" y="8409"/>
                    <a:pt x="3828" y="8363"/>
                  </a:cubicBezTo>
                  <a:cubicBezTo>
                    <a:pt x="3801" y="8355"/>
                    <a:pt x="3774" y="8350"/>
                    <a:pt x="3747" y="8350"/>
                  </a:cubicBezTo>
                  <a:cubicBezTo>
                    <a:pt x="3637" y="8350"/>
                    <a:pt x="3535" y="8419"/>
                    <a:pt x="3499" y="8528"/>
                  </a:cubicBezTo>
                  <a:cubicBezTo>
                    <a:pt x="3321" y="9062"/>
                    <a:pt x="3170" y="9454"/>
                    <a:pt x="3050" y="9694"/>
                  </a:cubicBezTo>
                  <a:lnTo>
                    <a:pt x="2036" y="10708"/>
                  </a:lnTo>
                  <a:lnTo>
                    <a:pt x="1981" y="10653"/>
                  </a:lnTo>
                  <a:cubicBezTo>
                    <a:pt x="1865" y="10537"/>
                    <a:pt x="1714" y="10479"/>
                    <a:pt x="1562" y="10479"/>
                  </a:cubicBezTo>
                  <a:cubicBezTo>
                    <a:pt x="1410" y="10479"/>
                    <a:pt x="1258" y="10537"/>
                    <a:pt x="1142" y="10653"/>
                  </a:cubicBezTo>
                  <a:lnTo>
                    <a:pt x="174" y="11621"/>
                  </a:lnTo>
                  <a:cubicBezTo>
                    <a:pt x="62" y="11733"/>
                    <a:pt x="0" y="11883"/>
                    <a:pt x="0" y="12041"/>
                  </a:cubicBezTo>
                  <a:cubicBezTo>
                    <a:pt x="0" y="12199"/>
                    <a:pt x="62" y="12348"/>
                    <a:pt x="174" y="12460"/>
                  </a:cubicBezTo>
                  <a:lnTo>
                    <a:pt x="3681" y="15967"/>
                  </a:lnTo>
                  <a:cubicBezTo>
                    <a:pt x="3797" y="16083"/>
                    <a:pt x="3949" y="16141"/>
                    <a:pt x="4101" y="16141"/>
                  </a:cubicBezTo>
                  <a:cubicBezTo>
                    <a:pt x="4253" y="16141"/>
                    <a:pt x="4405" y="16083"/>
                    <a:pt x="4520" y="15967"/>
                  </a:cubicBezTo>
                  <a:lnTo>
                    <a:pt x="5488" y="14999"/>
                  </a:lnTo>
                  <a:cubicBezTo>
                    <a:pt x="5600" y="14888"/>
                    <a:pt x="5662" y="14739"/>
                    <a:pt x="5662" y="14580"/>
                  </a:cubicBezTo>
                  <a:cubicBezTo>
                    <a:pt x="5662" y="14422"/>
                    <a:pt x="5600" y="14272"/>
                    <a:pt x="5488" y="14160"/>
                  </a:cubicBezTo>
                  <a:lnTo>
                    <a:pt x="5434" y="14105"/>
                  </a:lnTo>
                  <a:lnTo>
                    <a:pt x="5569" y="13969"/>
                  </a:lnTo>
                  <a:cubicBezTo>
                    <a:pt x="5697" y="13841"/>
                    <a:pt x="5856" y="13748"/>
                    <a:pt x="6028" y="13699"/>
                  </a:cubicBezTo>
                  <a:cubicBezTo>
                    <a:pt x="6032" y="13697"/>
                    <a:pt x="6034" y="13696"/>
                    <a:pt x="6038" y="13695"/>
                  </a:cubicBezTo>
                  <a:lnTo>
                    <a:pt x="7799" y="13102"/>
                  </a:lnTo>
                  <a:cubicBezTo>
                    <a:pt x="8400" y="12896"/>
                    <a:pt x="8926" y="12522"/>
                    <a:pt x="9320" y="12024"/>
                  </a:cubicBezTo>
                  <a:lnTo>
                    <a:pt x="10202" y="10910"/>
                  </a:lnTo>
                  <a:lnTo>
                    <a:pt x="10780" y="10330"/>
                  </a:lnTo>
                  <a:lnTo>
                    <a:pt x="10830" y="10467"/>
                  </a:lnTo>
                  <a:cubicBezTo>
                    <a:pt x="10855" y="10538"/>
                    <a:pt x="10909" y="10595"/>
                    <a:pt x="10980" y="10622"/>
                  </a:cubicBezTo>
                  <a:lnTo>
                    <a:pt x="11666" y="10891"/>
                  </a:lnTo>
                  <a:cubicBezTo>
                    <a:pt x="11722" y="10914"/>
                    <a:pt x="11781" y="10924"/>
                    <a:pt x="11839" y="10924"/>
                  </a:cubicBezTo>
                  <a:cubicBezTo>
                    <a:pt x="11962" y="10924"/>
                    <a:pt x="12083" y="10875"/>
                    <a:pt x="12174" y="10785"/>
                  </a:cubicBezTo>
                  <a:lnTo>
                    <a:pt x="15912" y="7037"/>
                  </a:lnTo>
                  <a:cubicBezTo>
                    <a:pt x="16014" y="6935"/>
                    <a:pt x="16014" y="6771"/>
                    <a:pt x="15912" y="6669"/>
                  </a:cubicBezTo>
                  <a:cubicBezTo>
                    <a:pt x="15861" y="6618"/>
                    <a:pt x="15794" y="6592"/>
                    <a:pt x="15728" y="6592"/>
                  </a:cubicBezTo>
                  <a:cubicBezTo>
                    <a:pt x="15661" y="6592"/>
                    <a:pt x="15595" y="6618"/>
                    <a:pt x="15544" y="6669"/>
                  </a:cubicBezTo>
                  <a:lnTo>
                    <a:pt x="11828" y="10395"/>
                  </a:lnTo>
                  <a:lnTo>
                    <a:pt x="11281" y="10181"/>
                  </a:lnTo>
                  <a:lnTo>
                    <a:pt x="11190" y="9922"/>
                  </a:lnTo>
                  <a:lnTo>
                    <a:pt x="12784" y="8327"/>
                  </a:lnTo>
                  <a:lnTo>
                    <a:pt x="12794" y="8317"/>
                  </a:lnTo>
                  <a:cubicBezTo>
                    <a:pt x="12993" y="8119"/>
                    <a:pt x="13115" y="7912"/>
                    <a:pt x="13154" y="7703"/>
                  </a:cubicBezTo>
                  <a:cubicBezTo>
                    <a:pt x="13189" y="7526"/>
                    <a:pt x="13164" y="7357"/>
                    <a:pt x="13081" y="7203"/>
                  </a:cubicBezTo>
                  <a:lnTo>
                    <a:pt x="13081" y="7203"/>
                  </a:lnTo>
                  <a:lnTo>
                    <a:pt x="13443" y="7559"/>
                  </a:lnTo>
                  <a:cubicBezTo>
                    <a:pt x="13493" y="7610"/>
                    <a:pt x="13560" y="7635"/>
                    <a:pt x="13626" y="7635"/>
                  </a:cubicBezTo>
                  <a:cubicBezTo>
                    <a:pt x="13693" y="7635"/>
                    <a:pt x="13761" y="7609"/>
                    <a:pt x="13811" y="7557"/>
                  </a:cubicBezTo>
                  <a:cubicBezTo>
                    <a:pt x="13911" y="7455"/>
                    <a:pt x="13911" y="7291"/>
                    <a:pt x="13810" y="7190"/>
                  </a:cubicBezTo>
                  <a:lnTo>
                    <a:pt x="13808" y="7189"/>
                  </a:lnTo>
                  <a:lnTo>
                    <a:pt x="10984" y="4396"/>
                  </a:lnTo>
                  <a:cubicBezTo>
                    <a:pt x="10933" y="4346"/>
                    <a:pt x="10867" y="4320"/>
                    <a:pt x="10801" y="4320"/>
                  </a:cubicBezTo>
                  <a:cubicBezTo>
                    <a:pt x="10733" y="4320"/>
                    <a:pt x="10666" y="4346"/>
                    <a:pt x="10615" y="4398"/>
                  </a:cubicBezTo>
                  <a:cubicBezTo>
                    <a:pt x="10516" y="4500"/>
                    <a:pt x="10516" y="4665"/>
                    <a:pt x="10617" y="4765"/>
                  </a:cubicBezTo>
                  <a:lnTo>
                    <a:pt x="10619" y="4767"/>
                  </a:lnTo>
                  <a:lnTo>
                    <a:pt x="12664" y="6790"/>
                  </a:lnTo>
                  <a:cubicBezTo>
                    <a:pt x="12519" y="6715"/>
                    <a:pt x="12341" y="6669"/>
                    <a:pt x="12138" y="6656"/>
                  </a:cubicBezTo>
                  <a:cubicBezTo>
                    <a:pt x="12129" y="6656"/>
                    <a:pt x="12122" y="6654"/>
                    <a:pt x="12113" y="6654"/>
                  </a:cubicBezTo>
                  <a:lnTo>
                    <a:pt x="12102" y="6654"/>
                  </a:lnTo>
                  <a:cubicBezTo>
                    <a:pt x="12070" y="6653"/>
                    <a:pt x="12038" y="6652"/>
                    <a:pt x="12005" y="6652"/>
                  </a:cubicBezTo>
                  <a:cubicBezTo>
                    <a:pt x="11733" y="6652"/>
                    <a:pt x="11433" y="6701"/>
                    <a:pt x="11131" y="6790"/>
                  </a:cubicBezTo>
                  <a:lnTo>
                    <a:pt x="9862" y="5534"/>
                  </a:lnTo>
                  <a:cubicBezTo>
                    <a:pt x="9811" y="5483"/>
                    <a:pt x="9744" y="5458"/>
                    <a:pt x="9678" y="5458"/>
                  </a:cubicBezTo>
                  <a:cubicBezTo>
                    <a:pt x="9611" y="5458"/>
                    <a:pt x="9544" y="5484"/>
                    <a:pt x="9493" y="5536"/>
                  </a:cubicBezTo>
                  <a:cubicBezTo>
                    <a:pt x="9393" y="5638"/>
                    <a:pt x="9393" y="5803"/>
                    <a:pt x="9494" y="5903"/>
                  </a:cubicBezTo>
                  <a:lnTo>
                    <a:pt x="9496" y="5905"/>
                  </a:lnTo>
                  <a:lnTo>
                    <a:pt x="10594" y="6991"/>
                  </a:lnTo>
                  <a:cubicBezTo>
                    <a:pt x="10189" y="7172"/>
                    <a:pt x="9812" y="7416"/>
                    <a:pt x="9535" y="7693"/>
                  </a:cubicBezTo>
                  <a:lnTo>
                    <a:pt x="9174" y="8054"/>
                  </a:lnTo>
                  <a:lnTo>
                    <a:pt x="9112" y="8034"/>
                  </a:lnTo>
                  <a:lnTo>
                    <a:pt x="8871" y="7356"/>
                  </a:lnTo>
                  <a:cubicBezTo>
                    <a:pt x="8845" y="7281"/>
                    <a:pt x="8786" y="7223"/>
                    <a:pt x="8711" y="7197"/>
                  </a:cubicBezTo>
                  <a:lnTo>
                    <a:pt x="8024" y="6961"/>
                  </a:lnTo>
                  <a:lnTo>
                    <a:pt x="7804" y="6417"/>
                  </a:lnTo>
                  <a:lnTo>
                    <a:pt x="13651" y="554"/>
                  </a:lnTo>
                  <a:lnTo>
                    <a:pt x="13659" y="546"/>
                  </a:lnTo>
                  <a:lnTo>
                    <a:pt x="13663" y="541"/>
                  </a:lnTo>
                  <a:lnTo>
                    <a:pt x="17687" y="4520"/>
                  </a:lnTo>
                  <a:lnTo>
                    <a:pt x="16746" y="5463"/>
                  </a:lnTo>
                  <a:cubicBezTo>
                    <a:pt x="16644" y="5565"/>
                    <a:pt x="16644" y="5730"/>
                    <a:pt x="16746" y="5831"/>
                  </a:cubicBezTo>
                  <a:cubicBezTo>
                    <a:pt x="16797" y="5881"/>
                    <a:pt x="16863" y="5907"/>
                    <a:pt x="16930" y="5907"/>
                  </a:cubicBezTo>
                  <a:cubicBezTo>
                    <a:pt x="16996" y="5907"/>
                    <a:pt x="17063" y="5881"/>
                    <a:pt x="17113" y="5831"/>
                  </a:cubicBezTo>
                  <a:lnTo>
                    <a:pt x="18088" y="4853"/>
                  </a:lnTo>
                  <a:cubicBezTo>
                    <a:pt x="18178" y="4764"/>
                    <a:pt x="18227" y="4644"/>
                    <a:pt x="18227" y="4518"/>
                  </a:cubicBezTo>
                  <a:cubicBezTo>
                    <a:pt x="18228" y="4391"/>
                    <a:pt x="18178" y="4271"/>
                    <a:pt x="18088" y="4182"/>
                  </a:cubicBezTo>
                  <a:lnTo>
                    <a:pt x="13998" y="137"/>
                  </a:lnTo>
                  <a:cubicBezTo>
                    <a:pt x="13906" y="46"/>
                    <a:pt x="13785" y="1"/>
                    <a:pt x="136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4" name="Google Shape;1114;p82"/>
            <p:cNvSpPr/>
            <p:nvPr/>
          </p:nvSpPr>
          <p:spPr>
            <a:xfrm>
              <a:off x="4899825" y="1808175"/>
              <a:ext cx="1725" cy="1725"/>
            </a:xfrm>
            <a:custGeom>
              <a:rect b="b" l="l" r="r" t="t"/>
              <a:pathLst>
                <a:path extrusionOk="0" h="69" w="69">
                  <a:moveTo>
                    <a:pt x="69" y="0"/>
                  </a:moveTo>
                  <a:lnTo>
                    <a:pt x="1" y="6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5" name="Google Shape;1115;p82"/>
            <p:cNvSpPr/>
            <p:nvPr/>
          </p:nvSpPr>
          <p:spPr>
            <a:xfrm>
              <a:off x="4897200" y="1812400"/>
              <a:ext cx="125" cy="125"/>
            </a:xfrm>
            <a:custGeom>
              <a:rect b="b" l="l" r="r" t="t"/>
              <a:pathLst>
                <a:path extrusionOk="0" h="5" w="5">
                  <a:moveTo>
                    <a:pt x="5" y="0"/>
                  </a:moveTo>
                  <a:lnTo>
                    <a:pt x="1" y="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6" name="Google Shape;1116;p82"/>
            <p:cNvSpPr/>
            <p:nvPr/>
          </p:nvSpPr>
          <p:spPr>
            <a:xfrm>
              <a:off x="4907500" y="1799775"/>
              <a:ext cx="2425" cy="2400"/>
            </a:xfrm>
            <a:custGeom>
              <a:rect b="b" l="l" r="r" t="t"/>
              <a:pathLst>
                <a:path extrusionOk="0" h="96" w="97">
                  <a:moveTo>
                    <a:pt x="96" y="1"/>
                  </a:moveTo>
                  <a:lnTo>
                    <a:pt x="0" y="9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7" name="Google Shape;1117;p82"/>
            <p:cNvSpPr/>
            <p:nvPr/>
          </p:nvSpPr>
          <p:spPr>
            <a:xfrm>
              <a:off x="4901500" y="1805450"/>
              <a:ext cx="2750" cy="2750"/>
            </a:xfrm>
            <a:custGeom>
              <a:rect b="b" l="l" r="r" t="t"/>
              <a:pathLst>
                <a:path extrusionOk="0" h="110" w="110">
                  <a:moveTo>
                    <a:pt x="110" y="0"/>
                  </a:moveTo>
                  <a:lnTo>
                    <a:pt x="1" y="10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8" name="Google Shape;1118;p82"/>
            <p:cNvSpPr/>
            <p:nvPr/>
          </p:nvSpPr>
          <p:spPr>
            <a:xfrm>
              <a:off x="4909900" y="1798000"/>
              <a:ext cx="1800" cy="1800"/>
            </a:xfrm>
            <a:custGeom>
              <a:rect b="b" l="l" r="r" t="t"/>
              <a:pathLst>
                <a:path extrusionOk="0" h="72" w="72">
                  <a:moveTo>
                    <a:pt x="71" y="1"/>
                  </a:moveTo>
                  <a:lnTo>
                    <a:pt x="0" y="7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19" name="Google Shape;1119;p82"/>
            <p:cNvSpPr/>
            <p:nvPr/>
          </p:nvSpPr>
          <p:spPr>
            <a:xfrm>
              <a:off x="4905950" y="1802150"/>
              <a:ext cx="1575" cy="1575"/>
            </a:xfrm>
            <a:custGeom>
              <a:rect b="b" l="l" r="r" t="t"/>
              <a:pathLst>
                <a:path extrusionOk="0" h="63" w="63">
                  <a:moveTo>
                    <a:pt x="62" y="0"/>
                  </a:moveTo>
                  <a:lnTo>
                    <a:pt x="1" y="6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0" name="Google Shape;1120;p82"/>
            <p:cNvSpPr/>
            <p:nvPr/>
          </p:nvSpPr>
          <p:spPr>
            <a:xfrm>
              <a:off x="4904250" y="1803700"/>
              <a:ext cx="1725" cy="1775"/>
            </a:xfrm>
            <a:custGeom>
              <a:rect b="b" l="l" r="r" t="t"/>
              <a:pathLst>
                <a:path extrusionOk="0" h="71" w="69">
                  <a:moveTo>
                    <a:pt x="69" y="0"/>
                  </a:moveTo>
                  <a:lnTo>
                    <a:pt x="1" y="70"/>
                  </a:lnTo>
                  <a:cubicBezTo>
                    <a:pt x="22" y="49"/>
                    <a:pt x="45" y="25"/>
                    <a:pt x="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1121" name="Google Shape;1121;p82"/>
          <p:cNvGrpSpPr/>
          <p:nvPr/>
        </p:nvGrpSpPr>
        <p:grpSpPr>
          <a:xfrm>
            <a:off x="4293021" y="1861234"/>
            <a:ext cx="558309" cy="545537"/>
            <a:chOff x="2090600" y="1701925"/>
            <a:chExt cx="455725" cy="445300"/>
          </a:xfrm>
        </p:grpSpPr>
        <p:sp>
          <p:nvSpPr>
            <p:cNvPr id="1122" name="Google Shape;1122;p82"/>
            <p:cNvSpPr/>
            <p:nvPr/>
          </p:nvSpPr>
          <p:spPr>
            <a:xfrm>
              <a:off x="2203525" y="1771475"/>
              <a:ext cx="60725" cy="92950"/>
            </a:xfrm>
            <a:custGeom>
              <a:rect b="b" l="l" r="r" t="t"/>
              <a:pathLst>
                <a:path extrusionOk="0" h="3718" w="2429">
                  <a:moveTo>
                    <a:pt x="1234" y="580"/>
                  </a:moveTo>
                  <a:cubicBezTo>
                    <a:pt x="1564" y="580"/>
                    <a:pt x="1768" y="768"/>
                    <a:pt x="1768" y="1166"/>
                  </a:cubicBezTo>
                  <a:lnTo>
                    <a:pt x="1768" y="1226"/>
                  </a:lnTo>
                  <a:cubicBezTo>
                    <a:pt x="1768" y="1623"/>
                    <a:pt x="1564" y="1812"/>
                    <a:pt x="1234" y="1812"/>
                  </a:cubicBezTo>
                  <a:lnTo>
                    <a:pt x="663" y="1812"/>
                  </a:lnTo>
                  <a:lnTo>
                    <a:pt x="663" y="580"/>
                  </a:lnTo>
                  <a:close/>
                  <a:moveTo>
                    <a:pt x="250" y="0"/>
                  </a:moveTo>
                  <a:cubicBezTo>
                    <a:pt x="97" y="0"/>
                    <a:pt x="0" y="97"/>
                    <a:pt x="0" y="203"/>
                  </a:cubicBezTo>
                  <a:lnTo>
                    <a:pt x="0" y="3510"/>
                  </a:lnTo>
                  <a:cubicBezTo>
                    <a:pt x="0" y="3647"/>
                    <a:pt x="163" y="3718"/>
                    <a:pt x="332" y="3718"/>
                  </a:cubicBezTo>
                  <a:cubicBezTo>
                    <a:pt x="493" y="3718"/>
                    <a:pt x="662" y="3647"/>
                    <a:pt x="662" y="3510"/>
                  </a:cubicBezTo>
                  <a:lnTo>
                    <a:pt x="662" y="2329"/>
                  </a:lnTo>
                  <a:lnTo>
                    <a:pt x="1232" y="2329"/>
                  </a:lnTo>
                  <a:cubicBezTo>
                    <a:pt x="1904" y="2329"/>
                    <a:pt x="2428" y="2009"/>
                    <a:pt x="2428" y="1175"/>
                  </a:cubicBezTo>
                  <a:lnTo>
                    <a:pt x="2428" y="1144"/>
                  </a:lnTo>
                  <a:cubicBezTo>
                    <a:pt x="2429" y="310"/>
                    <a:pt x="1919" y="0"/>
                    <a:pt x="12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3" name="Google Shape;1123;p82"/>
            <p:cNvSpPr/>
            <p:nvPr/>
          </p:nvSpPr>
          <p:spPr>
            <a:xfrm>
              <a:off x="2090600" y="1701925"/>
              <a:ext cx="455725" cy="445300"/>
            </a:xfrm>
            <a:custGeom>
              <a:rect b="b" l="l" r="r" t="t"/>
              <a:pathLst>
                <a:path extrusionOk="0" h="17812" w="18229">
                  <a:moveTo>
                    <a:pt x="3188" y="9849"/>
                  </a:moveTo>
                  <a:lnTo>
                    <a:pt x="3188" y="10530"/>
                  </a:lnTo>
                  <a:lnTo>
                    <a:pt x="2245" y="10530"/>
                  </a:lnTo>
                  <a:cubicBezTo>
                    <a:pt x="2173" y="10530"/>
                    <a:pt x="2113" y="10470"/>
                    <a:pt x="2113" y="10398"/>
                  </a:cubicBezTo>
                  <a:lnTo>
                    <a:pt x="2113" y="9980"/>
                  </a:lnTo>
                  <a:cubicBezTo>
                    <a:pt x="2113" y="9908"/>
                    <a:pt x="2173" y="9849"/>
                    <a:pt x="2245" y="9849"/>
                  </a:cubicBezTo>
                  <a:close/>
                  <a:moveTo>
                    <a:pt x="15984" y="9849"/>
                  </a:moveTo>
                  <a:cubicBezTo>
                    <a:pt x="16055" y="9849"/>
                    <a:pt x="16114" y="9908"/>
                    <a:pt x="16114" y="9980"/>
                  </a:cubicBezTo>
                  <a:lnTo>
                    <a:pt x="16114" y="10398"/>
                  </a:lnTo>
                  <a:cubicBezTo>
                    <a:pt x="16114" y="10470"/>
                    <a:pt x="16056" y="10530"/>
                    <a:pt x="15984" y="10530"/>
                  </a:cubicBezTo>
                  <a:lnTo>
                    <a:pt x="15040" y="10530"/>
                  </a:lnTo>
                  <a:lnTo>
                    <a:pt x="15040" y="9849"/>
                  </a:lnTo>
                  <a:close/>
                  <a:moveTo>
                    <a:pt x="14520" y="9850"/>
                  </a:moveTo>
                  <a:lnTo>
                    <a:pt x="14520" y="17032"/>
                  </a:lnTo>
                  <a:cubicBezTo>
                    <a:pt x="14520" y="17056"/>
                    <a:pt x="14506" y="17079"/>
                    <a:pt x="14483" y="17090"/>
                  </a:cubicBezTo>
                  <a:lnTo>
                    <a:pt x="14077" y="17286"/>
                  </a:lnTo>
                  <a:cubicBezTo>
                    <a:pt x="14068" y="17291"/>
                    <a:pt x="14059" y="17293"/>
                    <a:pt x="14049" y="17293"/>
                  </a:cubicBezTo>
                  <a:cubicBezTo>
                    <a:pt x="14039" y="17293"/>
                    <a:pt x="14030" y="17291"/>
                    <a:pt x="14020" y="17286"/>
                  </a:cubicBezTo>
                  <a:lnTo>
                    <a:pt x="13069" y="16827"/>
                  </a:lnTo>
                  <a:cubicBezTo>
                    <a:pt x="12989" y="16789"/>
                    <a:pt x="12902" y="16769"/>
                    <a:pt x="12815" y="16769"/>
                  </a:cubicBezTo>
                  <a:cubicBezTo>
                    <a:pt x="12728" y="16769"/>
                    <a:pt x="12641" y="16789"/>
                    <a:pt x="12560" y="16828"/>
                  </a:cubicBezTo>
                  <a:lnTo>
                    <a:pt x="11609" y="17287"/>
                  </a:lnTo>
                  <a:cubicBezTo>
                    <a:pt x="11600" y="17292"/>
                    <a:pt x="11590" y="17294"/>
                    <a:pt x="11580" y="17294"/>
                  </a:cubicBezTo>
                  <a:cubicBezTo>
                    <a:pt x="11571" y="17294"/>
                    <a:pt x="11561" y="17292"/>
                    <a:pt x="11552" y="17287"/>
                  </a:cubicBezTo>
                  <a:lnTo>
                    <a:pt x="10601" y="16828"/>
                  </a:lnTo>
                  <a:cubicBezTo>
                    <a:pt x="10520" y="16789"/>
                    <a:pt x="10433" y="16769"/>
                    <a:pt x="10346" y="16769"/>
                  </a:cubicBezTo>
                  <a:cubicBezTo>
                    <a:pt x="10259" y="16769"/>
                    <a:pt x="10173" y="16789"/>
                    <a:pt x="10092" y="16828"/>
                  </a:cubicBezTo>
                  <a:lnTo>
                    <a:pt x="9141" y="17287"/>
                  </a:lnTo>
                  <a:cubicBezTo>
                    <a:pt x="9132" y="17292"/>
                    <a:pt x="9123" y="17294"/>
                    <a:pt x="9113" y="17294"/>
                  </a:cubicBezTo>
                  <a:cubicBezTo>
                    <a:pt x="9103" y="17294"/>
                    <a:pt x="9094" y="17292"/>
                    <a:pt x="9084" y="17287"/>
                  </a:cubicBezTo>
                  <a:lnTo>
                    <a:pt x="8134" y="16828"/>
                  </a:lnTo>
                  <a:cubicBezTo>
                    <a:pt x="8053" y="16789"/>
                    <a:pt x="7966" y="16769"/>
                    <a:pt x="7879" y="16769"/>
                  </a:cubicBezTo>
                  <a:cubicBezTo>
                    <a:pt x="7792" y="16769"/>
                    <a:pt x="7706" y="16789"/>
                    <a:pt x="7625" y="16828"/>
                  </a:cubicBezTo>
                  <a:lnTo>
                    <a:pt x="6674" y="17287"/>
                  </a:lnTo>
                  <a:cubicBezTo>
                    <a:pt x="6665" y="17292"/>
                    <a:pt x="6656" y="17294"/>
                    <a:pt x="6646" y="17294"/>
                  </a:cubicBezTo>
                  <a:cubicBezTo>
                    <a:pt x="6636" y="17294"/>
                    <a:pt x="6627" y="17292"/>
                    <a:pt x="6617" y="17287"/>
                  </a:cubicBezTo>
                  <a:lnTo>
                    <a:pt x="5666" y="16828"/>
                  </a:lnTo>
                  <a:cubicBezTo>
                    <a:pt x="5585" y="16789"/>
                    <a:pt x="5499" y="16769"/>
                    <a:pt x="5412" y="16769"/>
                  </a:cubicBezTo>
                  <a:cubicBezTo>
                    <a:pt x="5325" y="16769"/>
                    <a:pt x="5239" y="16789"/>
                    <a:pt x="5158" y="16828"/>
                  </a:cubicBezTo>
                  <a:lnTo>
                    <a:pt x="4207" y="17287"/>
                  </a:lnTo>
                  <a:cubicBezTo>
                    <a:pt x="4198" y="17292"/>
                    <a:pt x="4188" y="17294"/>
                    <a:pt x="4178" y="17294"/>
                  </a:cubicBezTo>
                  <a:cubicBezTo>
                    <a:pt x="4169" y="17294"/>
                    <a:pt x="4159" y="17292"/>
                    <a:pt x="4151" y="17287"/>
                  </a:cubicBezTo>
                  <a:lnTo>
                    <a:pt x="3745" y="17091"/>
                  </a:lnTo>
                  <a:cubicBezTo>
                    <a:pt x="3723" y="17081"/>
                    <a:pt x="3708" y="17059"/>
                    <a:pt x="3708" y="17033"/>
                  </a:cubicBezTo>
                  <a:lnTo>
                    <a:pt x="3708" y="9850"/>
                  </a:lnTo>
                  <a:close/>
                  <a:moveTo>
                    <a:pt x="1125" y="0"/>
                  </a:moveTo>
                  <a:cubicBezTo>
                    <a:pt x="505" y="0"/>
                    <a:pt x="0" y="505"/>
                    <a:pt x="0" y="1125"/>
                  </a:cubicBezTo>
                  <a:lnTo>
                    <a:pt x="0" y="13338"/>
                  </a:lnTo>
                  <a:cubicBezTo>
                    <a:pt x="0" y="13958"/>
                    <a:pt x="505" y="14463"/>
                    <a:pt x="1125" y="14463"/>
                  </a:cubicBezTo>
                  <a:lnTo>
                    <a:pt x="3188" y="14463"/>
                  </a:lnTo>
                  <a:lnTo>
                    <a:pt x="3188" y="17031"/>
                  </a:lnTo>
                  <a:cubicBezTo>
                    <a:pt x="3188" y="17253"/>
                    <a:pt x="3318" y="17460"/>
                    <a:pt x="3518" y="17557"/>
                  </a:cubicBezTo>
                  <a:lnTo>
                    <a:pt x="3924" y="17752"/>
                  </a:lnTo>
                  <a:cubicBezTo>
                    <a:pt x="4005" y="17792"/>
                    <a:pt x="4092" y="17811"/>
                    <a:pt x="4179" y="17811"/>
                  </a:cubicBezTo>
                  <a:cubicBezTo>
                    <a:pt x="4266" y="17811"/>
                    <a:pt x="4352" y="17792"/>
                    <a:pt x="4433" y="17752"/>
                  </a:cubicBezTo>
                  <a:lnTo>
                    <a:pt x="5384" y="17293"/>
                  </a:lnTo>
                  <a:cubicBezTo>
                    <a:pt x="5393" y="17289"/>
                    <a:pt x="5402" y="17286"/>
                    <a:pt x="5412" y="17286"/>
                  </a:cubicBezTo>
                  <a:cubicBezTo>
                    <a:pt x="5422" y="17286"/>
                    <a:pt x="5431" y="17289"/>
                    <a:pt x="5441" y="17293"/>
                  </a:cubicBezTo>
                  <a:lnTo>
                    <a:pt x="6391" y="17752"/>
                  </a:lnTo>
                  <a:cubicBezTo>
                    <a:pt x="6472" y="17792"/>
                    <a:pt x="6559" y="17811"/>
                    <a:pt x="6646" y="17811"/>
                  </a:cubicBezTo>
                  <a:cubicBezTo>
                    <a:pt x="6733" y="17811"/>
                    <a:pt x="6819" y="17792"/>
                    <a:pt x="6900" y="17752"/>
                  </a:cubicBezTo>
                  <a:lnTo>
                    <a:pt x="7851" y="17293"/>
                  </a:lnTo>
                  <a:cubicBezTo>
                    <a:pt x="7860" y="17289"/>
                    <a:pt x="7869" y="17286"/>
                    <a:pt x="7879" y="17286"/>
                  </a:cubicBezTo>
                  <a:cubicBezTo>
                    <a:pt x="7888" y="17286"/>
                    <a:pt x="7898" y="17289"/>
                    <a:pt x="7908" y="17293"/>
                  </a:cubicBezTo>
                  <a:lnTo>
                    <a:pt x="8859" y="17752"/>
                  </a:lnTo>
                  <a:cubicBezTo>
                    <a:pt x="8940" y="17792"/>
                    <a:pt x="9026" y="17811"/>
                    <a:pt x="9113" y="17811"/>
                  </a:cubicBezTo>
                  <a:cubicBezTo>
                    <a:pt x="9200" y="17811"/>
                    <a:pt x="9286" y="17792"/>
                    <a:pt x="9366" y="17752"/>
                  </a:cubicBezTo>
                  <a:lnTo>
                    <a:pt x="10318" y="17293"/>
                  </a:lnTo>
                  <a:cubicBezTo>
                    <a:pt x="10327" y="17289"/>
                    <a:pt x="10337" y="17286"/>
                    <a:pt x="10347" y="17286"/>
                  </a:cubicBezTo>
                  <a:cubicBezTo>
                    <a:pt x="10356" y="17286"/>
                    <a:pt x="10366" y="17289"/>
                    <a:pt x="10374" y="17293"/>
                  </a:cubicBezTo>
                  <a:lnTo>
                    <a:pt x="11326" y="17752"/>
                  </a:lnTo>
                  <a:cubicBezTo>
                    <a:pt x="11407" y="17792"/>
                    <a:pt x="11493" y="17811"/>
                    <a:pt x="11580" y="17811"/>
                  </a:cubicBezTo>
                  <a:cubicBezTo>
                    <a:pt x="11667" y="17811"/>
                    <a:pt x="11754" y="17792"/>
                    <a:pt x="11834" y="17752"/>
                  </a:cubicBezTo>
                  <a:lnTo>
                    <a:pt x="12785" y="17293"/>
                  </a:lnTo>
                  <a:cubicBezTo>
                    <a:pt x="12794" y="17289"/>
                    <a:pt x="12804" y="17286"/>
                    <a:pt x="12813" y="17286"/>
                  </a:cubicBezTo>
                  <a:cubicBezTo>
                    <a:pt x="12823" y="17286"/>
                    <a:pt x="12833" y="17289"/>
                    <a:pt x="12841" y="17293"/>
                  </a:cubicBezTo>
                  <a:lnTo>
                    <a:pt x="13793" y="17752"/>
                  </a:lnTo>
                  <a:cubicBezTo>
                    <a:pt x="13874" y="17791"/>
                    <a:pt x="13961" y="17811"/>
                    <a:pt x="14048" y="17811"/>
                  </a:cubicBezTo>
                  <a:cubicBezTo>
                    <a:pt x="14134" y="17811"/>
                    <a:pt x="14221" y="17793"/>
                    <a:pt x="14302" y="17752"/>
                  </a:cubicBezTo>
                  <a:lnTo>
                    <a:pt x="14708" y="17557"/>
                  </a:lnTo>
                  <a:cubicBezTo>
                    <a:pt x="14909" y="17460"/>
                    <a:pt x="15039" y="17253"/>
                    <a:pt x="15039" y="17031"/>
                  </a:cubicBezTo>
                  <a:lnTo>
                    <a:pt x="15039" y="14463"/>
                  </a:lnTo>
                  <a:lnTo>
                    <a:pt x="17102" y="14463"/>
                  </a:lnTo>
                  <a:cubicBezTo>
                    <a:pt x="17722" y="14463"/>
                    <a:pt x="18226" y="13958"/>
                    <a:pt x="18226" y="13338"/>
                  </a:cubicBezTo>
                  <a:lnTo>
                    <a:pt x="18226" y="1125"/>
                  </a:lnTo>
                  <a:cubicBezTo>
                    <a:pt x="18228" y="506"/>
                    <a:pt x="17724" y="1"/>
                    <a:pt x="17103" y="1"/>
                  </a:cubicBezTo>
                  <a:lnTo>
                    <a:pt x="15482" y="1"/>
                  </a:lnTo>
                  <a:cubicBezTo>
                    <a:pt x="15338" y="1"/>
                    <a:pt x="15223" y="116"/>
                    <a:pt x="15223" y="261"/>
                  </a:cubicBezTo>
                  <a:cubicBezTo>
                    <a:pt x="15223" y="405"/>
                    <a:pt x="15338" y="521"/>
                    <a:pt x="15482" y="521"/>
                  </a:cubicBezTo>
                  <a:lnTo>
                    <a:pt x="17103" y="521"/>
                  </a:lnTo>
                  <a:cubicBezTo>
                    <a:pt x="17436" y="521"/>
                    <a:pt x="17708" y="792"/>
                    <a:pt x="17708" y="1125"/>
                  </a:cubicBezTo>
                  <a:lnTo>
                    <a:pt x="17708" y="13338"/>
                  </a:lnTo>
                  <a:cubicBezTo>
                    <a:pt x="17708" y="13671"/>
                    <a:pt x="17436" y="13943"/>
                    <a:pt x="17103" y="13943"/>
                  </a:cubicBezTo>
                  <a:lnTo>
                    <a:pt x="15040" y="13943"/>
                  </a:lnTo>
                  <a:lnTo>
                    <a:pt x="15040" y="11049"/>
                  </a:lnTo>
                  <a:lnTo>
                    <a:pt x="15984" y="11049"/>
                  </a:lnTo>
                  <a:cubicBezTo>
                    <a:pt x="16342" y="11049"/>
                    <a:pt x="16634" y="10756"/>
                    <a:pt x="16634" y="10397"/>
                  </a:cubicBezTo>
                  <a:lnTo>
                    <a:pt x="16634" y="9979"/>
                  </a:lnTo>
                  <a:cubicBezTo>
                    <a:pt x="16634" y="9620"/>
                    <a:pt x="16342" y="9327"/>
                    <a:pt x="15984" y="9327"/>
                  </a:cubicBezTo>
                  <a:lnTo>
                    <a:pt x="2245" y="9327"/>
                  </a:lnTo>
                  <a:cubicBezTo>
                    <a:pt x="1885" y="9327"/>
                    <a:pt x="1593" y="9620"/>
                    <a:pt x="1593" y="9979"/>
                  </a:cubicBezTo>
                  <a:lnTo>
                    <a:pt x="1593" y="10397"/>
                  </a:lnTo>
                  <a:cubicBezTo>
                    <a:pt x="1593" y="10756"/>
                    <a:pt x="1885" y="11049"/>
                    <a:pt x="2245" y="11049"/>
                  </a:cubicBezTo>
                  <a:lnTo>
                    <a:pt x="3188" y="11049"/>
                  </a:lnTo>
                  <a:lnTo>
                    <a:pt x="3188" y="13943"/>
                  </a:lnTo>
                  <a:lnTo>
                    <a:pt x="1125" y="13943"/>
                  </a:lnTo>
                  <a:cubicBezTo>
                    <a:pt x="792" y="13943"/>
                    <a:pt x="520" y="13671"/>
                    <a:pt x="520" y="13338"/>
                  </a:cubicBezTo>
                  <a:lnTo>
                    <a:pt x="520" y="1125"/>
                  </a:lnTo>
                  <a:cubicBezTo>
                    <a:pt x="520" y="792"/>
                    <a:pt x="792" y="520"/>
                    <a:pt x="1125" y="520"/>
                  </a:cubicBezTo>
                  <a:lnTo>
                    <a:pt x="13793" y="520"/>
                  </a:lnTo>
                  <a:cubicBezTo>
                    <a:pt x="13937" y="520"/>
                    <a:pt x="14053" y="405"/>
                    <a:pt x="14053" y="261"/>
                  </a:cubicBezTo>
                  <a:cubicBezTo>
                    <a:pt x="14053" y="116"/>
                    <a:pt x="13937" y="0"/>
                    <a:pt x="137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4" name="Google Shape;1124;p82"/>
            <p:cNvSpPr/>
            <p:nvPr/>
          </p:nvSpPr>
          <p:spPr>
            <a:xfrm>
              <a:off x="2215325" y="1973100"/>
              <a:ext cx="206225" cy="13025"/>
            </a:xfrm>
            <a:custGeom>
              <a:rect b="b" l="l" r="r" t="t"/>
              <a:pathLst>
                <a:path extrusionOk="0" h="521" w="8249">
                  <a:moveTo>
                    <a:pt x="261" y="1"/>
                  </a:moveTo>
                  <a:cubicBezTo>
                    <a:pt x="117" y="1"/>
                    <a:pt x="1" y="116"/>
                    <a:pt x="1" y="260"/>
                  </a:cubicBezTo>
                  <a:cubicBezTo>
                    <a:pt x="1" y="405"/>
                    <a:pt x="117" y="521"/>
                    <a:pt x="261" y="521"/>
                  </a:cubicBezTo>
                  <a:lnTo>
                    <a:pt x="7989" y="521"/>
                  </a:lnTo>
                  <a:cubicBezTo>
                    <a:pt x="8133" y="521"/>
                    <a:pt x="8249" y="405"/>
                    <a:pt x="8249" y="260"/>
                  </a:cubicBezTo>
                  <a:cubicBezTo>
                    <a:pt x="8249" y="116"/>
                    <a:pt x="8133" y="1"/>
                    <a:pt x="798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5" name="Google Shape;1125;p82"/>
            <p:cNvSpPr/>
            <p:nvPr/>
          </p:nvSpPr>
          <p:spPr>
            <a:xfrm>
              <a:off x="2280350" y="2012100"/>
              <a:ext cx="141200" cy="13025"/>
            </a:xfrm>
            <a:custGeom>
              <a:rect b="b" l="l" r="r" t="t"/>
              <a:pathLst>
                <a:path extrusionOk="0" h="521" w="5648">
                  <a:moveTo>
                    <a:pt x="261" y="1"/>
                  </a:moveTo>
                  <a:cubicBezTo>
                    <a:pt x="117" y="1"/>
                    <a:pt x="0" y="116"/>
                    <a:pt x="0" y="260"/>
                  </a:cubicBezTo>
                  <a:cubicBezTo>
                    <a:pt x="0" y="404"/>
                    <a:pt x="117" y="521"/>
                    <a:pt x="261" y="521"/>
                  </a:cubicBezTo>
                  <a:lnTo>
                    <a:pt x="5388" y="521"/>
                  </a:lnTo>
                  <a:cubicBezTo>
                    <a:pt x="5532" y="521"/>
                    <a:pt x="5648" y="404"/>
                    <a:pt x="5648" y="260"/>
                  </a:cubicBezTo>
                  <a:cubicBezTo>
                    <a:pt x="5648" y="116"/>
                    <a:pt x="5532" y="1"/>
                    <a:pt x="538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6" name="Google Shape;1126;p82"/>
            <p:cNvSpPr/>
            <p:nvPr/>
          </p:nvSpPr>
          <p:spPr>
            <a:xfrm>
              <a:off x="2215325" y="2012100"/>
              <a:ext cx="35800" cy="13025"/>
            </a:xfrm>
            <a:custGeom>
              <a:rect b="b" l="l" r="r" t="t"/>
              <a:pathLst>
                <a:path extrusionOk="0" h="521" w="1432">
                  <a:moveTo>
                    <a:pt x="261" y="1"/>
                  </a:moveTo>
                  <a:cubicBezTo>
                    <a:pt x="117" y="1"/>
                    <a:pt x="1" y="116"/>
                    <a:pt x="1" y="260"/>
                  </a:cubicBezTo>
                  <a:cubicBezTo>
                    <a:pt x="1" y="404"/>
                    <a:pt x="117" y="521"/>
                    <a:pt x="261" y="521"/>
                  </a:cubicBezTo>
                  <a:lnTo>
                    <a:pt x="1172" y="521"/>
                  </a:lnTo>
                  <a:cubicBezTo>
                    <a:pt x="1316" y="521"/>
                    <a:pt x="1432" y="404"/>
                    <a:pt x="1432" y="260"/>
                  </a:cubicBezTo>
                  <a:cubicBezTo>
                    <a:pt x="1432" y="116"/>
                    <a:pt x="1316" y="1"/>
                    <a:pt x="11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7" name="Google Shape;1127;p82"/>
            <p:cNvSpPr/>
            <p:nvPr/>
          </p:nvSpPr>
          <p:spPr>
            <a:xfrm>
              <a:off x="2122550" y="1745500"/>
              <a:ext cx="219675" cy="154125"/>
            </a:xfrm>
            <a:custGeom>
              <a:rect b="b" l="l" r="r" t="t"/>
              <a:pathLst>
                <a:path extrusionOk="0" h="6165" w="8787">
                  <a:moveTo>
                    <a:pt x="8012" y="521"/>
                  </a:moveTo>
                  <a:cubicBezTo>
                    <a:pt x="8153" y="521"/>
                    <a:pt x="8267" y="634"/>
                    <a:pt x="8267" y="775"/>
                  </a:cubicBezTo>
                  <a:lnTo>
                    <a:pt x="8267" y="5393"/>
                  </a:lnTo>
                  <a:cubicBezTo>
                    <a:pt x="8267" y="5533"/>
                    <a:pt x="8153" y="5647"/>
                    <a:pt x="8012" y="5647"/>
                  </a:cubicBezTo>
                  <a:lnTo>
                    <a:pt x="775" y="5647"/>
                  </a:lnTo>
                  <a:cubicBezTo>
                    <a:pt x="634" y="5647"/>
                    <a:pt x="521" y="5533"/>
                    <a:pt x="521" y="5393"/>
                  </a:cubicBezTo>
                  <a:lnTo>
                    <a:pt x="521" y="775"/>
                  </a:lnTo>
                  <a:cubicBezTo>
                    <a:pt x="521" y="634"/>
                    <a:pt x="634" y="521"/>
                    <a:pt x="775" y="521"/>
                  </a:cubicBezTo>
                  <a:close/>
                  <a:moveTo>
                    <a:pt x="775" y="0"/>
                  </a:moveTo>
                  <a:cubicBezTo>
                    <a:pt x="349" y="0"/>
                    <a:pt x="1" y="347"/>
                    <a:pt x="1" y="773"/>
                  </a:cubicBezTo>
                  <a:lnTo>
                    <a:pt x="1" y="5391"/>
                  </a:lnTo>
                  <a:cubicBezTo>
                    <a:pt x="1" y="5817"/>
                    <a:pt x="349" y="6164"/>
                    <a:pt x="775" y="6164"/>
                  </a:cubicBezTo>
                  <a:lnTo>
                    <a:pt x="8012" y="6164"/>
                  </a:lnTo>
                  <a:cubicBezTo>
                    <a:pt x="8439" y="6164"/>
                    <a:pt x="8787" y="5817"/>
                    <a:pt x="8787" y="5391"/>
                  </a:cubicBezTo>
                  <a:lnTo>
                    <a:pt x="8787" y="773"/>
                  </a:lnTo>
                  <a:cubicBezTo>
                    <a:pt x="8787" y="347"/>
                    <a:pt x="8439" y="0"/>
                    <a:pt x="801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8" name="Google Shape;1128;p82"/>
            <p:cNvSpPr/>
            <p:nvPr/>
          </p:nvSpPr>
          <p:spPr>
            <a:xfrm>
              <a:off x="2363975" y="1745500"/>
              <a:ext cx="66975" cy="66975"/>
            </a:xfrm>
            <a:custGeom>
              <a:rect b="b" l="l" r="r" t="t"/>
              <a:pathLst>
                <a:path extrusionOk="0" h="2679" w="2679">
                  <a:moveTo>
                    <a:pt x="2159" y="520"/>
                  </a:moveTo>
                  <a:lnTo>
                    <a:pt x="2159" y="2160"/>
                  </a:lnTo>
                  <a:lnTo>
                    <a:pt x="519" y="2160"/>
                  </a:lnTo>
                  <a:lnTo>
                    <a:pt x="519" y="520"/>
                  </a:lnTo>
                  <a:close/>
                  <a:moveTo>
                    <a:pt x="442" y="0"/>
                  </a:moveTo>
                  <a:cubicBezTo>
                    <a:pt x="199" y="0"/>
                    <a:pt x="1" y="199"/>
                    <a:pt x="1" y="442"/>
                  </a:cubicBezTo>
                  <a:lnTo>
                    <a:pt x="1" y="2238"/>
                  </a:lnTo>
                  <a:cubicBezTo>
                    <a:pt x="1" y="2480"/>
                    <a:pt x="199" y="2678"/>
                    <a:pt x="442" y="2678"/>
                  </a:cubicBezTo>
                  <a:lnTo>
                    <a:pt x="2238" y="2678"/>
                  </a:lnTo>
                  <a:cubicBezTo>
                    <a:pt x="2481" y="2678"/>
                    <a:pt x="2679" y="2480"/>
                    <a:pt x="2679" y="2238"/>
                  </a:cubicBezTo>
                  <a:lnTo>
                    <a:pt x="2679" y="442"/>
                  </a:lnTo>
                  <a:cubicBezTo>
                    <a:pt x="2679" y="199"/>
                    <a:pt x="2481" y="0"/>
                    <a:pt x="22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29" name="Google Shape;1129;p82"/>
            <p:cNvSpPr/>
            <p:nvPr/>
          </p:nvSpPr>
          <p:spPr>
            <a:xfrm>
              <a:off x="2447350" y="1745500"/>
              <a:ext cx="66975" cy="66975"/>
            </a:xfrm>
            <a:custGeom>
              <a:rect b="b" l="l" r="r" t="t"/>
              <a:pathLst>
                <a:path extrusionOk="0" h="2679" w="2679">
                  <a:moveTo>
                    <a:pt x="2158" y="520"/>
                  </a:moveTo>
                  <a:lnTo>
                    <a:pt x="2158" y="2160"/>
                  </a:lnTo>
                  <a:lnTo>
                    <a:pt x="519" y="2160"/>
                  </a:lnTo>
                  <a:lnTo>
                    <a:pt x="519" y="520"/>
                  </a:lnTo>
                  <a:close/>
                  <a:moveTo>
                    <a:pt x="442" y="0"/>
                  </a:moveTo>
                  <a:cubicBezTo>
                    <a:pt x="198" y="0"/>
                    <a:pt x="0" y="199"/>
                    <a:pt x="0" y="442"/>
                  </a:cubicBezTo>
                  <a:lnTo>
                    <a:pt x="0" y="2238"/>
                  </a:lnTo>
                  <a:cubicBezTo>
                    <a:pt x="0" y="2480"/>
                    <a:pt x="198" y="2678"/>
                    <a:pt x="442" y="2678"/>
                  </a:cubicBezTo>
                  <a:lnTo>
                    <a:pt x="2237" y="2678"/>
                  </a:lnTo>
                  <a:cubicBezTo>
                    <a:pt x="2481" y="2678"/>
                    <a:pt x="2678" y="2480"/>
                    <a:pt x="2678" y="2238"/>
                  </a:cubicBezTo>
                  <a:lnTo>
                    <a:pt x="2678" y="442"/>
                  </a:lnTo>
                  <a:cubicBezTo>
                    <a:pt x="2678" y="199"/>
                    <a:pt x="2481" y="0"/>
                    <a:pt x="22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30" name="Google Shape;1130;p82"/>
            <p:cNvSpPr/>
            <p:nvPr/>
          </p:nvSpPr>
          <p:spPr>
            <a:xfrm>
              <a:off x="2363975" y="1832650"/>
              <a:ext cx="66975" cy="67000"/>
            </a:xfrm>
            <a:custGeom>
              <a:rect b="b" l="l" r="r" t="t"/>
              <a:pathLst>
                <a:path extrusionOk="0" h="2680" w="2679">
                  <a:moveTo>
                    <a:pt x="2159" y="520"/>
                  </a:moveTo>
                  <a:lnTo>
                    <a:pt x="2159" y="2161"/>
                  </a:lnTo>
                  <a:lnTo>
                    <a:pt x="519" y="2161"/>
                  </a:lnTo>
                  <a:lnTo>
                    <a:pt x="519" y="520"/>
                  </a:lnTo>
                  <a:close/>
                  <a:moveTo>
                    <a:pt x="442" y="0"/>
                  </a:moveTo>
                  <a:cubicBezTo>
                    <a:pt x="199" y="0"/>
                    <a:pt x="1" y="199"/>
                    <a:pt x="1" y="442"/>
                  </a:cubicBezTo>
                  <a:lnTo>
                    <a:pt x="1" y="2238"/>
                  </a:lnTo>
                  <a:cubicBezTo>
                    <a:pt x="1" y="2481"/>
                    <a:pt x="199" y="2679"/>
                    <a:pt x="442" y="2679"/>
                  </a:cubicBezTo>
                  <a:lnTo>
                    <a:pt x="2238" y="2679"/>
                  </a:lnTo>
                  <a:cubicBezTo>
                    <a:pt x="2481" y="2679"/>
                    <a:pt x="2679" y="2481"/>
                    <a:pt x="2679" y="2238"/>
                  </a:cubicBezTo>
                  <a:lnTo>
                    <a:pt x="2679" y="442"/>
                  </a:lnTo>
                  <a:cubicBezTo>
                    <a:pt x="2679" y="199"/>
                    <a:pt x="2481" y="0"/>
                    <a:pt x="22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31" name="Google Shape;1131;p82"/>
            <p:cNvSpPr/>
            <p:nvPr/>
          </p:nvSpPr>
          <p:spPr>
            <a:xfrm>
              <a:off x="2447350" y="1832650"/>
              <a:ext cx="66975" cy="67000"/>
            </a:xfrm>
            <a:custGeom>
              <a:rect b="b" l="l" r="r" t="t"/>
              <a:pathLst>
                <a:path extrusionOk="0" h="2680" w="2679">
                  <a:moveTo>
                    <a:pt x="2158" y="520"/>
                  </a:moveTo>
                  <a:lnTo>
                    <a:pt x="2158" y="2161"/>
                  </a:lnTo>
                  <a:lnTo>
                    <a:pt x="519" y="2161"/>
                  </a:lnTo>
                  <a:lnTo>
                    <a:pt x="519" y="520"/>
                  </a:lnTo>
                  <a:close/>
                  <a:moveTo>
                    <a:pt x="442" y="0"/>
                  </a:moveTo>
                  <a:cubicBezTo>
                    <a:pt x="198" y="0"/>
                    <a:pt x="0" y="199"/>
                    <a:pt x="0" y="442"/>
                  </a:cubicBezTo>
                  <a:lnTo>
                    <a:pt x="0" y="2238"/>
                  </a:lnTo>
                  <a:cubicBezTo>
                    <a:pt x="0" y="2481"/>
                    <a:pt x="198" y="2679"/>
                    <a:pt x="442" y="2679"/>
                  </a:cubicBezTo>
                  <a:lnTo>
                    <a:pt x="2237" y="2679"/>
                  </a:lnTo>
                  <a:cubicBezTo>
                    <a:pt x="2481" y="2679"/>
                    <a:pt x="2678" y="2481"/>
                    <a:pt x="2678" y="2238"/>
                  </a:cubicBezTo>
                  <a:lnTo>
                    <a:pt x="2678" y="442"/>
                  </a:lnTo>
                  <a:cubicBezTo>
                    <a:pt x="2678" y="199"/>
                    <a:pt x="2481" y="0"/>
                    <a:pt x="22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1132" name="Google Shape;1132;p82"/>
          <p:cNvGrpSpPr/>
          <p:nvPr/>
        </p:nvGrpSpPr>
        <p:grpSpPr>
          <a:xfrm>
            <a:off x="668520" y="1575937"/>
            <a:ext cx="1312668" cy="1994544"/>
            <a:chOff x="618820" y="1574026"/>
            <a:chExt cx="1418334" cy="2315199"/>
          </a:xfrm>
        </p:grpSpPr>
        <p:cxnSp>
          <p:nvCxnSpPr>
            <p:cNvPr id="1133" name="Google Shape;1133;p82"/>
            <p:cNvCxnSpPr/>
            <p:nvPr/>
          </p:nvCxnSpPr>
          <p:spPr>
            <a:xfrm>
              <a:off x="1299277"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134" name="Google Shape;1134;p82"/>
            <p:cNvSpPr/>
            <p:nvPr/>
          </p:nvSpPr>
          <p:spPr>
            <a:xfrm flipH="1">
              <a:off x="618820"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135" name="Google Shape;1135;p82"/>
            <p:cNvSpPr/>
            <p:nvPr/>
          </p:nvSpPr>
          <p:spPr>
            <a:xfrm>
              <a:off x="619055"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6" name="Google Shape;1136;p82"/>
            <p:cNvGrpSpPr/>
            <p:nvPr/>
          </p:nvGrpSpPr>
          <p:grpSpPr>
            <a:xfrm>
              <a:off x="624877" y="1574026"/>
              <a:ext cx="1271483" cy="2315199"/>
              <a:chOff x="1219835" y="1574026"/>
              <a:chExt cx="1271483" cy="2315199"/>
            </a:xfrm>
          </p:grpSpPr>
          <p:sp>
            <p:nvSpPr>
              <p:cNvPr id="1137" name="Google Shape;1137;p82"/>
              <p:cNvSpPr txBox="1"/>
              <p:nvPr/>
            </p:nvSpPr>
            <p:spPr>
              <a:xfrm>
                <a:off x="1321858" y="2695025"/>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1</a:t>
                </a:r>
                <a:endParaRPr b="1" sz="1000">
                  <a:solidFill>
                    <a:srgbClr val="0C57D3"/>
                  </a:solidFill>
                  <a:latin typeface="Roboto"/>
                  <a:ea typeface="Roboto"/>
                  <a:cs typeface="Roboto"/>
                  <a:sym typeface="Roboto"/>
                </a:endParaRPr>
              </a:p>
            </p:txBody>
          </p:sp>
          <p:sp>
            <p:nvSpPr>
              <p:cNvPr id="1138" name="Google Shape;1138;p82"/>
              <p:cNvSpPr txBox="1"/>
              <p:nvPr/>
            </p:nvSpPr>
            <p:spPr>
              <a:xfrm>
                <a:off x="1324018" y="3151825"/>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87A1D5"/>
                    </a:solidFill>
                    <a:latin typeface="Times New Roman"/>
                    <a:ea typeface="Times New Roman"/>
                    <a:cs typeface="Times New Roman"/>
                    <a:sym typeface="Times New Roman"/>
                  </a:rPr>
                  <a:t>Review the Project Launch page, schedule an appointment with the Client, delegate tasks, and appoint a team leader</a:t>
                </a:r>
                <a:endParaRPr sz="500">
                  <a:solidFill>
                    <a:srgbClr val="87A1D5"/>
                  </a:solidFill>
                  <a:latin typeface="Roboto"/>
                  <a:ea typeface="Roboto"/>
                  <a:cs typeface="Roboto"/>
                  <a:sym typeface="Roboto"/>
                </a:endParaRPr>
              </a:p>
            </p:txBody>
          </p:sp>
          <p:sp>
            <p:nvSpPr>
              <p:cNvPr id="1139" name="Google Shape;1139;p82"/>
              <p:cNvSpPr txBox="1"/>
              <p:nvPr/>
            </p:nvSpPr>
            <p:spPr>
              <a:xfrm>
                <a:off x="1219835" y="1574026"/>
                <a:ext cx="718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0C57D3"/>
                    </a:solidFill>
                    <a:latin typeface="Roboto"/>
                    <a:ea typeface="Roboto"/>
                    <a:cs typeface="Roboto"/>
                    <a:sym typeface="Roboto"/>
                  </a:rPr>
                  <a:t>1/28 - 2/3</a:t>
                </a:r>
                <a:endParaRPr sz="800">
                  <a:solidFill>
                    <a:srgbClr val="0C57D3"/>
                  </a:solidFill>
                  <a:latin typeface="Roboto"/>
                  <a:ea typeface="Roboto"/>
                  <a:cs typeface="Roboto"/>
                  <a:sym typeface="Roboto"/>
                </a:endParaRPr>
              </a:p>
            </p:txBody>
          </p:sp>
        </p:grpSp>
      </p:grpSp>
      <p:grpSp>
        <p:nvGrpSpPr>
          <p:cNvPr id="1140" name="Google Shape;1140;p82"/>
          <p:cNvGrpSpPr/>
          <p:nvPr/>
        </p:nvGrpSpPr>
        <p:grpSpPr>
          <a:xfrm>
            <a:off x="1815034" y="1575787"/>
            <a:ext cx="1411296" cy="1994549"/>
            <a:chOff x="1863927" y="1575825"/>
            <a:chExt cx="1471480" cy="2315205"/>
          </a:xfrm>
        </p:grpSpPr>
        <p:cxnSp>
          <p:nvCxnSpPr>
            <p:cNvPr id="1141" name="Google Shape;1141;p82"/>
            <p:cNvCxnSpPr/>
            <p:nvPr/>
          </p:nvCxnSpPr>
          <p:spPr>
            <a:xfrm>
              <a:off x="2597529"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142" name="Google Shape;1142;p82"/>
            <p:cNvSpPr/>
            <p:nvPr/>
          </p:nvSpPr>
          <p:spPr>
            <a:xfrm flipH="1">
              <a:off x="1917073"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143" name="Google Shape;1143;p82"/>
            <p:cNvSpPr/>
            <p:nvPr/>
          </p:nvSpPr>
          <p:spPr>
            <a:xfrm>
              <a:off x="1917307"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82"/>
            <p:cNvSpPr txBox="1"/>
            <p:nvPr/>
          </p:nvSpPr>
          <p:spPr>
            <a:xfrm>
              <a:off x="202156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2</a:t>
              </a:r>
              <a:endParaRPr b="1" sz="1000">
                <a:solidFill>
                  <a:srgbClr val="0C57D3"/>
                </a:solidFill>
                <a:latin typeface="Roboto"/>
                <a:ea typeface="Roboto"/>
                <a:cs typeface="Roboto"/>
                <a:sym typeface="Roboto"/>
              </a:endParaRPr>
            </a:p>
          </p:txBody>
        </p:sp>
        <p:sp>
          <p:nvSpPr>
            <p:cNvPr id="1145" name="Google Shape;1145;p82"/>
            <p:cNvSpPr txBox="1"/>
            <p:nvPr/>
          </p:nvSpPr>
          <p:spPr>
            <a:xfrm>
              <a:off x="202372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7A1D5"/>
                  </a:solidFill>
                  <a:latin typeface="Times New Roman"/>
                  <a:ea typeface="Times New Roman"/>
                  <a:cs typeface="Times New Roman"/>
                  <a:sym typeface="Times New Roman"/>
                </a:rPr>
                <a:t>Identify potential datasets (contact Virginia Tech Parking Services), meet with client, establish novelties</a:t>
              </a:r>
              <a:endParaRPr sz="500">
                <a:solidFill>
                  <a:srgbClr val="87A1D5"/>
                </a:solidFill>
                <a:latin typeface="Roboto"/>
                <a:ea typeface="Roboto"/>
                <a:cs typeface="Roboto"/>
                <a:sym typeface="Roboto"/>
              </a:endParaRPr>
            </a:p>
          </p:txBody>
        </p:sp>
        <p:sp>
          <p:nvSpPr>
            <p:cNvPr id="1146" name="Google Shape;1146;p82"/>
            <p:cNvSpPr txBox="1"/>
            <p:nvPr/>
          </p:nvSpPr>
          <p:spPr>
            <a:xfrm>
              <a:off x="1863927" y="1575825"/>
              <a:ext cx="7740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0C57D3"/>
                  </a:solidFill>
                  <a:latin typeface="Roboto"/>
                  <a:ea typeface="Roboto"/>
                  <a:cs typeface="Roboto"/>
                  <a:sym typeface="Roboto"/>
                </a:rPr>
                <a:t>2/4 - 2/10</a:t>
              </a:r>
              <a:endParaRPr sz="800">
                <a:solidFill>
                  <a:srgbClr val="0C57D3"/>
                </a:solidFill>
                <a:latin typeface="Roboto"/>
                <a:ea typeface="Roboto"/>
                <a:cs typeface="Roboto"/>
                <a:sym typeface="Roboto"/>
              </a:endParaRPr>
            </a:p>
          </p:txBody>
        </p:sp>
      </p:grpSp>
      <p:grpSp>
        <p:nvGrpSpPr>
          <p:cNvPr id="1147" name="Google Shape;1147;p82"/>
          <p:cNvGrpSpPr/>
          <p:nvPr/>
        </p:nvGrpSpPr>
        <p:grpSpPr>
          <a:xfrm>
            <a:off x="3110002" y="1575787"/>
            <a:ext cx="1360324" cy="1994549"/>
            <a:chOff x="3214118" y="1575825"/>
            <a:chExt cx="1418334" cy="2315205"/>
          </a:xfrm>
        </p:grpSpPr>
        <p:cxnSp>
          <p:nvCxnSpPr>
            <p:cNvPr id="1148" name="Google Shape;1148;p82"/>
            <p:cNvCxnSpPr/>
            <p:nvPr/>
          </p:nvCxnSpPr>
          <p:spPr>
            <a:xfrm>
              <a:off x="389457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1149" name="Google Shape;1149;p82"/>
            <p:cNvSpPr/>
            <p:nvPr/>
          </p:nvSpPr>
          <p:spPr>
            <a:xfrm flipH="1">
              <a:off x="3214118" y="2306625"/>
              <a:ext cx="1418100" cy="143400"/>
            </a:xfrm>
            <a:prstGeom prst="parallelogram">
              <a:avLst>
                <a:gd fmla="val 96952"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sp>
          <p:nvSpPr>
            <p:cNvPr id="1150" name="Google Shape;1150;p82"/>
            <p:cNvSpPr/>
            <p:nvPr/>
          </p:nvSpPr>
          <p:spPr>
            <a:xfrm>
              <a:off x="3214352" y="2460450"/>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
          <p:nvSpPr>
            <p:cNvPr id="1151" name="Google Shape;1151;p82"/>
            <p:cNvSpPr txBox="1"/>
            <p:nvPr/>
          </p:nvSpPr>
          <p:spPr>
            <a:xfrm>
              <a:off x="332492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3</a:t>
              </a:r>
              <a:endParaRPr b="1" sz="1000">
                <a:solidFill>
                  <a:srgbClr val="0C57D3"/>
                </a:solidFill>
                <a:latin typeface="Roboto"/>
                <a:ea typeface="Roboto"/>
                <a:cs typeface="Roboto"/>
                <a:sym typeface="Roboto"/>
              </a:endParaRPr>
            </a:p>
          </p:txBody>
        </p:sp>
        <p:sp>
          <p:nvSpPr>
            <p:cNvPr id="1152" name="Google Shape;1152;p82"/>
            <p:cNvSpPr txBox="1"/>
            <p:nvPr/>
          </p:nvSpPr>
          <p:spPr>
            <a:xfrm>
              <a:off x="332708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7A1D5"/>
                  </a:solidFill>
                  <a:latin typeface="Times New Roman"/>
                  <a:ea typeface="Times New Roman"/>
                  <a:cs typeface="Times New Roman"/>
                  <a:sym typeface="Times New Roman"/>
                </a:rPr>
                <a:t>Research previous projects, summarize findings, display information on project presentation, finalize timeline</a:t>
              </a:r>
              <a:endParaRPr sz="900">
                <a:solidFill>
                  <a:srgbClr val="87A1D5"/>
                </a:solidFill>
                <a:latin typeface="Roboto"/>
                <a:ea typeface="Roboto"/>
                <a:cs typeface="Roboto"/>
                <a:sym typeface="Roboto"/>
              </a:endParaRPr>
            </a:p>
          </p:txBody>
        </p:sp>
        <p:sp>
          <p:nvSpPr>
            <p:cNvPr id="1153" name="Google Shape;1153;p82"/>
            <p:cNvSpPr txBox="1"/>
            <p:nvPr/>
          </p:nvSpPr>
          <p:spPr>
            <a:xfrm>
              <a:off x="3222900" y="1575825"/>
              <a:ext cx="718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chemeClr val="dk2"/>
                  </a:solidFill>
                  <a:latin typeface="Roboto"/>
                  <a:ea typeface="Roboto"/>
                  <a:cs typeface="Roboto"/>
                  <a:sym typeface="Roboto"/>
                </a:rPr>
                <a:t>2/11-2/18</a:t>
              </a:r>
              <a:endParaRPr sz="800">
                <a:solidFill>
                  <a:schemeClr val="dk2"/>
                </a:solidFill>
                <a:latin typeface="Roboto"/>
                <a:ea typeface="Roboto"/>
                <a:cs typeface="Roboto"/>
                <a:sym typeface="Roboto"/>
              </a:endParaRPr>
            </a:p>
          </p:txBody>
        </p:sp>
      </p:grpSp>
      <p:grpSp>
        <p:nvGrpSpPr>
          <p:cNvPr id="1154" name="Google Shape;1154;p82"/>
          <p:cNvGrpSpPr/>
          <p:nvPr/>
        </p:nvGrpSpPr>
        <p:grpSpPr>
          <a:xfrm>
            <a:off x="4354364" y="1575787"/>
            <a:ext cx="1360324" cy="1985574"/>
            <a:chOff x="4511544" y="1575825"/>
            <a:chExt cx="1418334" cy="2304787"/>
          </a:xfrm>
        </p:grpSpPr>
        <p:cxnSp>
          <p:nvCxnSpPr>
            <p:cNvPr id="1155" name="Google Shape;1155;p82"/>
            <p:cNvCxnSpPr/>
            <p:nvPr/>
          </p:nvCxnSpPr>
          <p:spPr>
            <a:xfrm>
              <a:off x="5192001"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1156" name="Google Shape;1156;p82"/>
            <p:cNvSpPr/>
            <p:nvPr/>
          </p:nvSpPr>
          <p:spPr>
            <a:xfrm flipH="1">
              <a:off x="4511544" y="2306625"/>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157" name="Google Shape;1157;p82"/>
            <p:cNvSpPr/>
            <p:nvPr/>
          </p:nvSpPr>
          <p:spPr>
            <a:xfrm>
              <a:off x="4511779" y="2460450"/>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82"/>
            <p:cNvSpPr txBox="1"/>
            <p:nvPr/>
          </p:nvSpPr>
          <p:spPr>
            <a:xfrm>
              <a:off x="4619580" y="2696830"/>
              <a:ext cx="1167300" cy="4464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None/>
              </a:pPr>
              <a:r>
                <a:rPr b="1" lang="en" sz="1000">
                  <a:solidFill>
                    <a:srgbClr val="0C57D3"/>
                  </a:solidFill>
                  <a:latin typeface="Roboto"/>
                  <a:ea typeface="Roboto"/>
                  <a:cs typeface="Roboto"/>
                  <a:sym typeface="Roboto"/>
                </a:rPr>
                <a:t>Milestone 4</a:t>
              </a:r>
              <a:endParaRPr b="1" sz="1000">
                <a:solidFill>
                  <a:srgbClr val="0C57D3"/>
                </a:solidFill>
                <a:latin typeface="Roboto"/>
                <a:ea typeface="Roboto"/>
                <a:cs typeface="Roboto"/>
                <a:sym typeface="Roboto"/>
              </a:endParaRPr>
            </a:p>
          </p:txBody>
        </p:sp>
        <p:sp>
          <p:nvSpPr>
            <p:cNvPr id="1159" name="Google Shape;1159;p82"/>
            <p:cNvSpPr txBox="1"/>
            <p:nvPr/>
          </p:nvSpPr>
          <p:spPr>
            <a:xfrm>
              <a:off x="4619589" y="3143212"/>
              <a:ext cx="11673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87A1D5"/>
                  </a:solidFill>
                  <a:latin typeface="Times New Roman"/>
                  <a:ea typeface="Times New Roman"/>
                  <a:cs typeface="Times New Roman"/>
                  <a:sym typeface="Times New Roman"/>
                </a:rPr>
                <a:t>Finalize dataset selection,</a:t>
              </a:r>
              <a:endParaRPr sz="900">
                <a:solidFill>
                  <a:srgbClr val="87A1D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900">
                  <a:solidFill>
                    <a:srgbClr val="87A1D5"/>
                  </a:solidFill>
                  <a:latin typeface="Times New Roman"/>
                  <a:ea typeface="Times New Roman"/>
                  <a:cs typeface="Times New Roman"/>
                  <a:sym typeface="Times New Roman"/>
                </a:rPr>
                <a:t>Begin initial ML model development (data preprocessing, feature selection)</a:t>
              </a:r>
              <a:endParaRPr sz="900">
                <a:solidFill>
                  <a:srgbClr val="87A1D5"/>
                </a:solidFill>
                <a:latin typeface="Times New Roman"/>
                <a:ea typeface="Times New Roman"/>
                <a:cs typeface="Times New Roman"/>
                <a:sym typeface="Times New Roman"/>
              </a:endParaRPr>
            </a:p>
          </p:txBody>
        </p:sp>
        <p:sp>
          <p:nvSpPr>
            <p:cNvPr id="1160" name="Google Shape;1160;p82"/>
            <p:cNvSpPr txBox="1"/>
            <p:nvPr/>
          </p:nvSpPr>
          <p:spPr>
            <a:xfrm>
              <a:off x="4511548" y="1575825"/>
              <a:ext cx="724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chemeClr val="dk2"/>
                  </a:solidFill>
                  <a:latin typeface="Roboto"/>
                  <a:ea typeface="Roboto"/>
                  <a:cs typeface="Roboto"/>
                  <a:sym typeface="Roboto"/>
                </a:rPr>
                <a:t>2/19- 3/5</a:t>
              </a:r>
              <a:endParaRPr sz="800">
                <a:solidFill>
                  <a:schemeClr val="dk2"/>
                </a:solidFill>
                <a:latin typeface="Roboto"/>
                <a:ea typeface="Roboto"/>
                <a:cs typeface="Roboto"/>
                <a:sym typeface="Roboto"/>
              </a:endParaRPr>
            </a:p>
          </p:txBody>
        </p:sp>
      </p:grpSp>
      <p:grpSp>
        <p:nvGrpSpPr>
          <p:cNvPr id="1161" name="Google Shape;1161;p82"/>
          <p:cNvGrpSpPr/>
          <p:nvPr/>
        </p:nvGrpSpPr>
        <p:grpSpPr>
          <a:xfrm>
            <a:off x="5598428" y="1575791"/>
            <a:ext cx="1360324" cy="1994545"/>
            <a:chOff x="3214118" y="1575830"/>
            <a:chExt cx="1418334" cy="2315200"/>
          </a:xfrm>
        </p:grpSpPr>
        <p:cxnSp>
          <p:nvCxnSpPr>
            <p:cNvPr id="1162" name="Google Shape;1162;p82"/>
            <p:cNvCxnSpPr/>
            <p:nvPr/>
          </p:nvCxnSpPr>
          <p:spPr>
            <a:xfrm>
              <a:off x="389457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1163" name="Google Shape;1163;p82"/>
            <p:cNvSpPr/>
            <p:nvPr/>
          </p:nvSpPr>
          <p:spPr>
            <a:xfrm flipH="1">
              <a:off x="3214118" y="2306625"/>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164" name="Google Shape;1164;p82"/>
            <p:cNvSpPr/>
            <p:nvPr/>
          </p:nvSpPr>
          <p:spPr>
            <a:xfrm>
              <a:off x="3214352" y="2460450"/>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82"/>
            <p:cNvSpPr txBox="1"/>
            <p:nvPr/>
          </p:nvSpPr>
          <p:spPr>
            <a:xfrm>
              <a:off x="332492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5</a:t>
              </a:r>
              <a:endParaRPr b="1" sz="1000">
                <a:solidFill>
                  <a:srgbClr val="0C57D3"/>
                </a:solidFill>
                <a:latin typeface="Roboto"/>
                <a:ea typeface="Roboto"/>
                <a:cs typeface="Roboto"/>
                <a:sym typeface="Roboto"/>
              </a:endParaRPr>
            </a:p>
          </p:txBody>
        </p:sp>
        <p:sp>
          <p:nvSpPr>
            <p:cNvPr id="1166" name="Google Shape;1166;p82"/>
            <p:cNvSpPr txBox="1"/>
            <p:nvPr/>
          </p:nvSpPr>
          <p:spPr>
            <a:xfrm>
              <a:off x="3327080" y="3153630"/>
              <a:ext cx="1167300" cy="7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87A1D5"/>
                  </a:solidFill>
                  <a:latin typeface="Times New Roman"/>
                  <a:ea typeface="Times New Roman"/>
                  <a:cs typeface="Times New Roman"/>
                  <a:sym typeface="Times New Roman"/>
                </a:rPr>
                <a:t>Train a baseline ML model, evaluate initial results &amp; refine approach</a:t>
              </a:r>
              <a:endParaRPr sz="900">
                <a:solidFill>
                  <a:schemeClr val="lt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sz="800">
                <a:solidFill>
                  <a:srgbClr val="858585"/>
                </a:solidFill>
                <a:latin typeface="Roboto"/>
                <a:ea typeface="Roboto"/>
                <a:cs typeface="Roboto"/>
                <a:sym typeface="Roboto"/>
              </a:endParaRPr>
            </a:p>
          </p:txBody>
        </p:sp>
        <p:sp>
          <p:nvSpPr>
            <p:cNvPr id="1167" name="Google Shape;1167;p82"/>
            <p:cNvSpPr txBox="1"/>
            <p:nvPr/>
          </p:nvSpPr>
          <p:spPr>
            <a:xfrm>
              <a:off x="3317101" y="1575830"/>
              <a:ext cx="6243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chemeClr val="lt1"/>
                  </a:solidFill>
                  <a:latin typeface="Roboto"/>
                  <a:ea typeface="Roboto"/>
                  <a:cs typeface="Roboto"/>
                  <a:sym typeface="Roboto"/>
                </a:rPr>
                <a:t>3/6-3/17</a:t>
              </a:r>
              <a:endParaRPr sz="800">
                <a:solidFill>
                  <a:schemeClr val="lt1"/>
                </a:solidFill>
                <a:latin typeface="Roboto"/>
                <a:ea typeface="Roboto"/>
                <a:cs typeface="Roboto"/>
                <a:sym typeface="Roboto"/>
              </a:endParaRPr>
            </a:p>
          </p:txBody>
        </p:sp>
      </p:grpSp>
      <p:grpSp>
        <p:nvGrpSpPr>
          <p:cNvPr id="1168" name="Google Shape;1168;p82"/>
          <p:cNvGrpSpPr/>
          <p:nvPr/>
        </p:nvGrpSpPr>
        <p:grpSpPr>
          <a:xfrm>
            <a:off x="6842790" y="1575791"/>
            <a:ext cx="1360324" cy="1994545"/>
            <a:chOff x="4511544" y="1575830"/>
            <a:chExt cx="1418334" cy="2315200"/>
          </a:xfrm>
        </p:grpSpPr>
        <p:cxnSp>
          <p:nvCxnSpPr>
            <p:cNvPr id="1169" name="Google Shape;1169;p82"/>
            <p:cNvCxnSpPr/>
            <p:nvPr/>
          </p:nvCxnSpPr>
          <p:spPr>
            <a:xfrm>
              <a:off x="5192001"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1170" name="Google Shape;1170;p82"/>
            <p:cNvSpPr/>
            <p:nvPr/>
          </p:nvSpPr>
          <p:spPr>
            <a:xfrm flipH="1">
              <a:off x="4511544" y="2306625"/>
              <a:ext cx="14181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171" name="Google Shape;1171;p82"/>
            <p:cNvSpPr/>
            <p:nvPr/>
          </p:nvSpPr>
          <p:spPr>
            <a:xfrm>
              <a:off x="4511779" y="2460450"/>
              <a:ext cx="14181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82"/>
            <p:cNvSpPr txBox="1"/>
            <p:nvPr/>
          </p:nvSpPr>
          <p:spPr>
            <a:xfrm>
              <a:off x="4619580" y="2696830"/>
              <a:ext cx="1167300" cy="446400"/>
            </a:xfrm>
            <a:prstGeom prst="rect">
              <a:avLst/>
            </a:prstGeom>
            <a:noFill/>
            <a:ln>
              <a:noFill/>
            </a:ln>
          </p:spPr>
          <p:txBody>
            <a:bodyPr anchorCtr="0" anchor="b" bIns="91425" lIns="91425" spcFirstLastPara="1" rIns="91425" wrap="square" tIns="91425">
              <a:noAutofit/>
            </a:bodyPr>
            <a:lstStyle/>
            <a:p>
              <a:pPr indent="0" lvl="0" marL="0" marR="0" rtl="0" algn="l">
                <a:lnSpc>
                  <a:spcPct val="115000"/>
                </a:lnSpc>
                <a:spcBef>
                  <a:spcPts val="0"/>
                </a:spcBef>
                <a:spcAft>
                  <a:spcPts val="0"/>
                </a:spcAft>
                <a:buNone/>
              </a:pPr>
              <a:r>
                <a:rPr b="1" lang="en" sz="1000">
                  <a:solidFill>
                    <a:srgbClr val="0C57D3"/>
                  </a:solidFill>
                  <a:latin typeface="Roboto"/>
                  <a:ea typeface="Roboto"/>
                  <a:cs typeface="Roboto"/>
                  <a:sym typeface="Roboto"/>
                </a:rPr>
                <a:t>Milestone 6</a:t>
              </a:r>
              <a:endParaRPr b="1" sz="1000">
                <a:solidFill>
                  <a:srgbClr val="0C57D3"/>
                </a:solidFill>
                <a:latin typeface="Roboto"/>
                <a:ea typeface="Roboto"/>
                <a:cs typeface="Roboto"/>
                <a:sym typeface="Roboto"/>
              </a:endParaRPr>
            </a:p>
          </p:txBody>
        </p:sp>
        <p:sp>
          <p:nvSpPr>
            <p:cNvPr id="1173" name="Google Shape;1173;p82"/>
            <p:cNvSpPr txBox="1"/>
            <p:nvPr/>
          </p:nvSpPr>
          <p:spPr>
            <a:xfrm>
              <a:off x="4621740" y="3153630"/>
              <a:ext cx="1167300" cy="7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87A1D5"/>
                  </a:solidFill>
                  <a:latin typeface="Times New Roman"/>
                  <a:ea typeface="Times New Roman"/>
                  <a:cs typeface="Times New Roman"/>
                  <a:sym typeface="Times New Roman"/>
                </a:rPr>
                <a:t>Debug the API to interact with the ML model, test API with sample requests, set up and integrate database for parking data storage</a:t>
              </a:r>
              <a:endParaRPr sz="900">
                <a:solidFill>
                  <a:srgbClr val="87A1D5"/>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rPr lang="en" sz="800">
                  <a:solidFill>
                    <a:srgbClr val="858585"/>
                  </a:solidFill>
                  <a:latin typeface="Roboto"/>
                  <a:ea typeface="Roboto"/>
                  <a:cs typeface="Roboto"/>
                  <a:sym typeface="Roboto"/>
                </a:rPr>
                <a:t>.</a:t>
              </a:r>
              <a:endParaRPr sz="800">
                <a:solidFill>
                  <a:srgbClr val="858585"/>
                </a:solidFill>
                <a:latin typeface="Roboto"/>
                <a:ea typeface="Roboto"/>
                <a:cs typeface="Roboto"/>
                <a:sym typeface="Roboto"/>
              </a:endParaRPr>
            </a:p>
          </p:txBody>
        </p:sp>
        <p:sp>
          <p:nvSpPr>
            <p:cNvPr id="1174" name="Google Shape;1174;p82"/>
            <p:cNvSpPr txBox="1"/>
            <p:nvPr/>
          </p:nvSpPr>
          <p:spPr>
            <a:xfrm>
              <a:off x="4611761" y="1575830"/>
              <a:ext cx="6243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858585"/>
                  </a:solidFill>
                  <a:latin typeface="Roboto"/>
                  <a:ea typeface="Roboto"/>
                  <a:cs typeface="Roboto"/>
                  <a:sym typeface="Roboto"/>
                </a:rPr>
                <a:t>3/18-4/5</a:t>
              </a:r>
              <a:endParaRPr sz="800">
                <a:solidFill>
                  <a:srgbClr val="858585"/>
                </a:solidFill>
                <a:latin typeface="Roboto"/>
                <a:ea typeface="Roboto"/>
                <a:cs typeface="Roboto"/>
                <a:sym typeface="Roboto"/>
              </a:endParaRPr>
            </a:p>
          </p:txBody>
        </p:sp>
      </p:grpSp>
      <p:sp>
        <p:nvSpPr>
          <p:cNvPr id="1175" name="Google Shape;1175;p82"/>
          <p:cNvSpPr/>
          <p:nvPr/>
        </p:nvSpPr>
        <p:spPr>
          <a:xfrm flipH="1">
            <a:off x="4354465" y="2218858"/>
            <a:ext cx="1360200" cy="123600"/>
          </a:xfrm>
          <a:prstGeom prst="parallelogram">
            <a:avLst>
              <a:gd fmla="val 96952"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sp>
        <p:nvSpPr>
          <p:cNvPr id="1176" name="Google Shape;1176;p82"/>
          <p:cNvSpPr/>
          <p:nvPr/>
        </p:nvSpPr>
        <p:spPr>
          <a:xfrm flipH="1">
            <a:off x="5599115" y="2218858"/>
            <a:ext cx="1360200" cy="123600"/>
          </a:xfrm>
          <a:prstGeom prst="parallelogram">
            <a:avLst>
              <a:gd fmla="val 96952"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sp>
        <p:nvSpPr>
          <p:cNvPr id="1177" name="Google Shape;1177;p82"/>
          <p:cNvSpPr/>
          <p:nvPr/>
        </p:nvSpPr>
        <p:spPr>
          <a:xfrm>
            <a:off x="4354465" y="2342441"/>
            <a:ext cx="1360200" cy="1236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
        <p:nvSpPr>
          <p:cNvPr id="1178" name="Google Shape;1178;p82"/>
          <p:cNvSpPr/>
          <p:nvPr/>
        </p:nvSpPr>
        <p:spPr>
          <a:xfrm>
            <a:off x="5599127" y="2342441"/>
            <a:ext cx="1360200" cy="1236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
        <p:nvSpPr>
          <p:cNvPr id="1179" name="Google Shape;1179;p82"/>
          <p:cNvSpPr/>
          <p:nvPr/>
        </p:nvSpPr>
        <p:spPr>
          <a:xfrm>
            <a:off x="6842752" y="2342441"/>
            <a:ext cx="1360200" cy="1236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
        <p:nvSpPr>
          <p:cNvPr id="1180" name="Google Shape;1180;p82"/>
          <p:cNvSpPr/>
          <p:nvPr/>
        </p:nvSpPr>
        <p:spPr>
          <a:xfrm flipH="1">
            <a:off x="6842740" y="2218858"/>
            <a:ext cx="1360200" cy="123600"/>
          </a:xfrm>
          <a:prstGeom prst="parallelogram">
            <a:avLst>
              <a:gd fmla="val 96952"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cxnSp>
        <p:nvCxnSpPr>
          <p:cNvPr id="1181" name="Google Shape;1181;p82"/>
          <p:cNvCxnSpPr/>
          <p:nvPr/>
        </p:nvCxnSpPr>
        <p:spPr>
          <a:xfrm>
            <a:off x="3710882" y="1636244"/>
            <a:ext cx="689100" cy="639000"/>
          </a:xfrm>
          <a:prstGeom prst="straightConnector1">
            <a:avLst/>
          </a:prstGeom>
          <a:noFill/>
          <a:ln cap="flat" cmpd="sng" w="9525">
            <a:solidFill>
              <a:srgbClr val="0D5CDF"/>
            </a:solidFill>
            <a:prstDash val="solid"/>
            <a:round/>
            <a:headEnd len="sm" w="sm" type="none"/>
            <a:tailEnd len="sm" w="sm" type="none"/>
          </a:ln>
        </p:spPr>
      </p:cxnSp>
      <p:cxnSp>
        <p:nvCxnSpPr>
          <p:cNvPr id="1182" name="Google Shape;1182;p82"/>
          <p:cNvCxnSpPr/>
          <p:nvPr/>
        </p:nvCxnSpPr>
        <p:spPr>
          <a:xfrm>
            <a:off x="5025582" y="1703444"/>
            <a:ext cx="689100" cy="639000"/>
          </a:xfrm>
          <a:prstGeom prst="straightConnector1">
            <a:avLst/>
          </a:prstGeom>
          <a:noFill/>
          <a:ln cap="flat" cmpd="sng" w="9525">
            <a:solidFill>
              <a:srgbClr val="0D5CDF"/>
            </a:solidFill>
            <a:prstDash val="solid"/>
            <a:round/>
            <a:headEnd len="sm" w="sm" type="none"/>
            <a:tailEnd len="sm" w="sm" type="none"/>
          </a:ln>
        </p:spPr>
      </p:cxnSp>
      <p:cxnSp>
        <p:nvCxnSpPr>
          <p:cNvPr id="1183" name="Google Shape;1183;p82"/>
          <p:cNvCxnSpPr/>
          <p:nvPr/>
        </p:nvCxnSpPr>
        <p:spPr>
          <a:xfrm>
            <a:off x="6185220" y="1636244"/>
            <a:ext cx="689100" cy="639000"/>
          </a:xfrm>
          <a:prstGeom prst="straightConnector1">
            <a:avLst/>
          </a:prstGeom>
          <a:noFill/>
          <a:ln cap="flat" cmpd="sng" w="9525">
            <a:solidFill>
              <a:srgbClr val="0D5CDF"/>
            </a:solidFill>
            <a:prstDash val="solid"/>
            <a:round/>
            <a:headEnd len="sm" w="sm" type="none"/>
            <a:tailEnd len="sm" w="sm" type="none"/>
          </a:ln>
        </p:spPr>
      </p:cxnSp>
      <p:cxnSp>
        <p:nvCxnSpPr>
          <p:cNvPr id="1184" name="Google Shape;1184;p82"/>
          <p:cNvCxnSpPr/>
          <p:nvPr/>
        </p:nvCxnSpPr>
        <p:spPr>
          <a:xfrm>
            <a:off x="7513857" y="1703444"/>
            <a:ext cx="689100" cy="639000"/>
          </a:xfrm>
          <a:prstGeom prst="straightConnector1">
            <a:avLst/>
          </a:prstGeom>
          <a:noFill/>
          <a:ln cap="flat" cmpd="sng" w="9525">
            <a:solidFill>
              <a:srgbClr val="0D5CDF"/>
            </a:solidFill>
            <a:prstDash val="solid"/>
            <a:round/>
            <a:headEnd len="sm" w="sm" type="none"/>
            <a:tailEnd len="sm" w="sm" type="none"/>
          </a:ln>
        </p:spPr>
      </p:cxnSp>
      <p:cxnSp>
        <p:nvCxnSpPr>
          <p:cNvPr id="1185" name="Google Shape;1185;p82"/>
          <p:cNvCxnSpPr/>
          <p:nvPr/>
        </p:nvCxnSpPr>
        <p:spPr>
          <a:xfrm>
            <a:off x="7579257" y="2218856"/>
            <a:ext cx="689100" cy="639000"/>
          </a:xfrm>
          <a:prstGeom prst="straightConnector1">
            <a:avLst/>
          </a:prstGeom>
          <a:noFill/>
          <a:ln cap="flat" cmpd="sng" w="9525">
            <a:solidFill>
              <a:schemeClr val="accent1"/>
            </a:solidFill>
            <a:prstDash val="solid"/>
            <a:round/>
            <a:headEnd len="sm" w="sm" type="none"/>
            <a:tailEnd len="sm" w="sm" type="none"/>
          </a:ln>
        </p:spPr>
      </p:cxnSp>
      <p:sp>
        <p:nvSpPr>
          <p:cNvPr id="1186" name="Google Shape;1186;p82"/>
          <p:cNvSpPr txBox="1"/>
          <p:nvPr/>
        </p:nvSpPr>
        <p:spPr>
          <a:xfrm>
            <a:off x="7870978" y="2857841"/>
            <a:ext cx="1119600" cy="63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900">
                <a:solidFill>
                  <a:schemeClr val="accent1"/>
                </a:solidFill>
                <a:latin typeface="Times New Roman"/>
                <a:ea typeface="Times New Roman"/>
                <a:cs typeface="Times New Roman"/>
                <a:sym typeface="Times New Roman"/>
              </a:rPr>
              <a:t>Presentation 2</a:t>
            </a:r>
            <a:endParaRPr b="1" sz="800">
              <a:solidFill>
                <a:srgbClr val="858585"/>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83"/>
          <p:cNvSpPr txBox="1"/>
          <p:nvPr>
            <p:ph type="title"/>
          </p:nvPr>
        </p:nvSpPr>
        <p:spPr>
          <a:xfrm>
            <a:off x="676075" y="5395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Timeline: Presentation 2 -&gt; Now</a:t>
            </a:r>
            <a:endParaRPr/>
          </a:p>
        </p:txBody>
      </p:sp>
      <p:grpSp>
        <p:nvGrpSpPr>
          <p:cNvPr id="1192" name="Google Shape;1192;p83"/>
          <p:cNvGrpSpPr/>
          <p:nvPr/>
        </p:nvGrpSpPr>
        <p:grpSpPr>
          <a:xfrm>
            <a:off x="5379438" y="3081791"/>
            <a:ext cx="379360" cy="735256"/>
            <a:chOff x="5120850" y="2343525"/>
            <a:chExt cx="269050" cy="455775"/>
          </a:xfrm>
        </p:grpSpPr>
        <p:sp>
          <p:nvSpPr>
            <p:cNvPr id="1193" name="Google Shape;1193;p83"/>
            <p:cNvSpPr/>
            <p:nvPr/>
          </p:nvSpPr>
          <p:spPr>
            <a:xfrm>
              <a:off x="5201150" y="2398400"/>
              <a:ext cx="108425" cy="159250"/>
            </a:xfrm>
            <a:custGeom>
              <a:rect b="b" l="l" r="r" t="t"/>
              <a:pathLst>
                <a:path extrusionOk="0" h="6370" w="4337">
                  <a:moveTo>
                    <a:pt x="2257" y="521"/>
                  </a:moveTo>
                  <a:cubicBezTo>
                    <a:pt x="3291" y="521"/>
                    <a:pt x="3815" y="1040"/>
                    <a:pt x="3815" y="2063"/>
                  </a:cubicBezTo>
                  <a:lnTo>
                    <a:pt x="3815" y="2109"/>
                  </a:lnTo>
                  <a:lnTo>
                    <a:pt x="3817" y="2109"/>
                  </a:lnTo>
                  <a:cubicBezTo>
                    <a:pt x="3817" y="2649"/>
                    <a:pt x="3664" y="3054"/>
                    <a:pt x="3363" y="3311"/>
                  </a:cubicBezTo>
                  <a:cubicBezTo>
                    <a:pt x="3089" y="3546"/>
                    <a:pt x="2697" y="3665"/>
                    <a:pt x="2195" y="3665"/>
                  </a:cubicBezTo>
                  <a:lnTo>
                    <a:pt x="1298" y="3665"/>
                  </a:lnTo>
                  <a:cubicBezTo>
                    <a:pt x="1155" y="3665"/>
                    <a:pt x="1038" y="3782"/>
                    <a:pt x="1038" y="3926"/>
                  </a:cubicBezTo>
                  <a:lnTo>
                    <a:pt x="1038" y="5779"/>
                  </a:lnTo>
                  <a:cubicBezTo>
                    <a:pt x="1019" y="5802"/>
                    <a:pt x="925" y="5852"/>
                    <a:pt x="777" y="5852"/>
                  </a:cubicBezTo>
                  <a:cubicBezTo>
                    <a:pt x="628" y="5852"/>
                    <a:pt x="535" y="5803"/>
                    <a:pt x="516" y="5781"/>
                  </a:cubicBezTo>
                  <a:lnTo>
                    <a:pt x="516" y="582"/>
                  </a:lnTo>
                  <a:cubicBezTo>
                    <a:pt x="516" y="560"/>
                    <a:pt x="559" y="521"/>
                    <a:pt x="649" y="521"/>
                  </a:cubicBezTo>
                  <a:close/>
                  <a:moveTo>
                    <a:pt x="651" y="0"/>
                  </a:moveTo>
                  <a:cubicBezTo>
                    <a:pt x="285" y="0"/>
                    <a:pt x="0" y="255"/>
                    <a:pt x="0" y="580"/>
                  </a:cubicBezTo>
                  <a:lnTo>
                    <a:pt x="0" y="5781"/>
                  </a:lnTo>
                  <a:cubicBezTo>
                    <a:pt x="0" y="6127"/>
                    <a:pt x="320" y="6369"/>
                    <a:pt x="780" y="6369"/>
                  </a:cubicBezTo>
                  <a:cubicBezTo>
                    <a:pt x="1232" y="6369"/>
                    <a:pt x="1560" y="6122"/>
                    <a:pt x="1560" y="5782"/>
                  </a:cubicBezTo>
                  <a:lnTo>
                    <a:pt x="1560" y="4185"/>
                  </a:lnTo>
                  <a:lnTo>
                    <a:pt x="2197" y="4185"/>
                  </a:lnTo>
                  <a:cubicBezTo>
                    <a:pt x="3557" y="4185"/>
                    <a:pt x="4337" y="3429"/>
                    <a:pt x="4337" y="2110"/>
                  </a:cubicBezTo>
                  <a:lnTo>
                    <a:pt x="4337" y="2062"/>
                  </a:lnTo>
                  <a:cubicBezTo>
                    <a:pt x="4336" y="751"/>
                    <a:pt x="3579" y="0"/>
                    <a:pt x="22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94" name="Google Shape;1194;p83"/>
            <p:cNvSpPr/>
            <p:nvPr/>
          </p:nvSpPr>
          <p:spPr>
            <a:xfrm>
              <a:off x="5227075" y="2421200"/>
              <a:ext cx="56475" cy="61425"/>
            </a:xfrm>
            <a:custGeom>
              <a:rect b="b" l="l" r="r" t="t"/>
              <a:pathLst>
                <a:path extrusionOk="0" h="2457" w="2259">
                  <a:moveTo>
                    <a:pt x="1160" y="519"/>
                  </a:moveTo>
                  <a:cubicBezTo>
                    <a:pt x="1675" y="519"/>
                    <a:pt x="1740" y="872"/>
                    <a:pt x="1740" y="1181"/>
                  </a:cubicBezTo>
                  <a:lnTo>
                    <a:pt x="1740" y="1276"/>
                  </a:lnTo>
                  <a:cubicBezTo>
                    <a:pt x="1740" y="1584"/>
                    <a:pt x="1675" y="1938"/>
                    <a:pt x="1160" y="1938"/>
                  </a:cubicBezTo>
                  <a:lnTo>
                    <a:pt x="523" y="1938"/>
                  </a:lnTo>
                  <a:lnTo>
                    <a:pt x="523" y="519"/>
                  </a:lnTo>
                  <a:close/>
                  <a:moveTo>
                    <a:pt x="261" y="0"/>
                  </a:moveTo>
                  <a:cubicBezTo>
                    <a:pt x="118" y="0"/>
                    <a:pt x="1" y="117"/>
                    <a:pt x="1" y="261"/>
                  </a:cubicBezTo>
                  <a:lnTo>
                    <a:pt x="1" y="2197"/>
                  </a:lnTo>
                  <a:cubicBezTo>
                    <a:pt x="1" y="2341"/>
                    <a:pt x="117" y="2457"/>
                    <a:pt x="261" y="2457"/>
                  </a:cubicBezTo>
                  <a:lnTo>
                    <a:pt x="1158" y="2457"/>
                  </a:lnTo>
                  <a:cubicBezTo>
                    <a:pt x="1847" y="2457"/>
                    <a:pt x="2259" y="2016"/>
                    <a:pt x="2259" y="1277"/>
                  </a:cubicBezTo>
                  <a:lnTo>
                    <a:pt x="2259" y="1180"/>
                  </a:lnTo>
                  <a:cubicBezTo>
                    <a:pt x="2259" y="442"/>
                    <a:pt x="1847" y="0"/>
                    <a:pt x="115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95" name="Google Shape;1195;p83"/>
            <p:cNvSpPr/>
            <p:nvPr/>
          </p:nvSpPr>
          <p:spPr>
            <a:xfrm>
              <a:off x="5145925" y="2368550"/>
              <a:ext cx="218875" cy="218900"/>
            </a:xfrm>
            <a:custGeom>
              <a:rect b="b" l="l" r="r" t="t"/>
              <a:pathLst>
                <a:path extrusionOk="0" h="8756" w="8755">
                  <a:moveTo>
                    <a:pt x="8236" y="520"/>
                  </a:moveTo>
                  <a:lnTo>
                    <a:pt x="8236" y="8238"/>
                  </a:lnTo>
                  <a:lnTo>
                    <a:pt x="517" y="8238"/>
                  </a:lnTo>
                  <a:lnTo>
                    <a:pt x="517" y="520"/>
                  </a:lnTo>
                  <a:close/>
                  <a:moveTo>
                    <a:pt x="448" y="1"/>
                  </a:moveTo>
                  <a:cubicBezTo>
                    <a:pt x="201" y="1"/>
                    <a:pt x="1" y="202"/>
                    <a:pt x="1" y="449"/>
                  </a:cubicBezTo>
                  <a:lnTo>
                    <a:pt x="1" y="8308"/>
                  </a:lnTo>
                  <a:cubicBezTo>
                    <a:pt x="1" y="8555"/>
                    <a:pt x="201" y="8755"/>
                    <a:pt x="448" y="8755"/>
                  </a:cubicBezTo>
                  <a:lnTo>
                    <a:pt x="8306" y="8755"/>
                  </a:lnTo>
                  <a:cubicBezTo>
                    <a:pt x="8553" y="8755"/>
                    <a:pt x="8754" y="8555"/>
                    <a:pt x="8754" y="8308"/>
                  </a:cubicBezTo>
                  <a:lnTo>
                    <a:pt x="8754" y="449"/>
                  </a:lnTo>
                  <a:cubicBezTo>
                    <a:pt x="8754" y="202"/>
                    <a:pt x="8553" y="1"/>
                    <a:pt x="83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96" name="Google Shape;1196;p83"/>
            <p:cNvSpPr/>
            <p:nvPr/>
          </p:nvSpPr>
          <p:spPr>
            <a:xfrm>
              <a:off x="5120850" y="2495400"/>
              <a:ext cx="269025" cy="303900"/>
            </a:xfrm>
            <a:custGeom>
              <a:rect b="b" l="l" r="r" t="t"/>
              <a:pathLst>
                <a:path extrusionOk="0" h="12156" w="10761">
                  <a:moveTo>
                    <a:pt x="5692" y="4682"/>
                  </a:moveTo>
                  <a:lnTo>
                    <a:pt x="5692" y="10397"/>
                  </a:lnTo>
                  <a:lnTo>
                    <a:pt x="5067" y="10397"/>
                  </a:lnTo>
                  <a:lnTo>
                    <a:pt x="5067" y="4682"/>
                  </a:lnTo>
                  <a:close/>
                  <a:moveTo>
                    <a:pt x="6981" y="10916"/>
                  </a:moveTo>
                  <a:cubicBezTo>
                    <a:pt x="7397" y="10916"/>
                    <a:pt x="7741" y="11233"/>
                    <a:pt x="7788" y="11635"/>
                  </a:cubicBezTo>
                  <a:lnTo>
                    <a:pt x="2974" y="11635"/>
                  </a:lnTo>
                  <a:cubicBezTo>
                    <a:pt x="3021" y="11231"/>
                    <a:pt x="3363" y="10916"/>
                    <a:pt x="3779" y="10916"/>
                  </a:cubicBezTo>
                  <a:close/>
                  <a:moveTo>
                    <a:pt x="261" y="1"/>
                  </a:moveTo>
                  <a:cubicBezTo>
                    <a:pt x="116" y="1"/>
                    <a:pt x="1" y="116"/>
                    <a:pt x="1" y="260"/>
                  </a:cubicBezTo>
                  <a:lnTo>
                    <a:pt x="1" y="3743"/>
                  </a:lnTo>
                  <a:cubicBezTo>
                    <a:pt x="1" y="4262"/>
                    <a:pt x="423" y="4684"/>
                    <a:pt x="942" y="4684"/>
                  </a:cubicBezTo>
                  <a:lnTo>
                    <a:pt x="4549" y="4684"/>
                  </a:lnTo>
                  <a:lnTo>
                    <a:pt x="4549" y="10399"/>
                  </a:lnTo>
                  <a:lnTo>
                    <a:pt x="3778" y="10399"/>
                  </a:lnTo>
                  <a:cubicBezTo>
                    <a:pt x="3044" y="10399"/>
                    <a:pt x="2449" y="10995"/>
                    <a:pt x="2449" y="11728"/>
                  </a:cubicBezTo>
                  <a:lnTo>
                    <a:pt x="2449" y="11895"/>
                  </a:lnTo>
                  <a:cubicBezTo>
                    <a:pt x="2449" y="12038"/>
                    <a:pt x="2564" y="12155"/>
                    <a:pt x="2709" y="12155"/>
                  </a:cubicBezTo>
                  <a:lnTo>
                    <a:pt x="8052" y="12155"/>
                  </a:lnTo>
                  <a:cubicBezTo>
                    <a:pt x="8195" y="12155"/>
                    <a:pt x="8313" y="12039"/>
                    <a:pt x="8313" y="11895"/>
                  </a:cubicBezTo>
                  <a:lnTo>
                    <a:pt x="8313" y="11728"/>
                  </a:lnTo>
                  <a:cubicBezTo>
                    <a:pt x="8313" y="10994"/>
                    <a:pt x="7716" y="10399"/>
                    <a:pt x="6982" y="10399"/>
                  </a:cubicBezTo>
                  <a:lnTo>
                    <a:pt x="6212" y="10399"/>
                  </a:lnTo>
                  <a:lnTo>
                    <a:pt x="6212" y="4684"/>
                  </a:lnTo>
                  <a:lnTo>
                    <a:pt x="9819" y="4684"/>
                  </a:lnTo>
                  <a:cubicBezTo>
                    <a:pt x="10338" y="4684"/>
                    <a:pt x="10760" y="4261"/>
                    <a:pt x="10760" y="3743"/>
                  </a:cubicBezTo>
                  <a:lnTo>
                    <a:pt x="10760" y="260"/>
                  </a:lnTo>
                  <a:cubicBezTo>
                    <a:pt x="10759" y="116"/>
                    <a:pt x="10642" y="1"/>
                    <a:pt x="10499" y="1"/>
                  </a:cubicBezTo>
                  <a:cubicBezTo>
                    <a:pt x="10356" y="1"/>
                    <a:pt x="10239" y="116"/>
                    <a:pt x="10239" y="260"/>
                  </a:cubicBezTo>
                  <a:lnTo>
                    <a:pt x="10239" y="3743"/>
                  </a:lnTo>
                  <a:cubicBezTo>
                    <a:pt x="10239" y="3976"/>
                    <a:pt x="10050" y="4165"/>
                    <a:pt x="9817" y="4165"/>
                  </a:cubicBezTo>
                  <a:lnTo>
                    <a:pt x="943" y="4165"/>
                  </a:lnTo>
                  <a:cubicBezTo>
                    <a:pt x="710" y="4165"/>
                    <a:pt x="521" y="3976"/>
                    <a:pt x="521" y="3743"/>
                  </a:cubicBezTo>
                  <a:lnTo>
                    <a:pt x="521" y="260"/>
                  </a:lnTo>
                  <a:cubicBezTo>
                    <a:pt x="521" y="118"/>
                    <a:pt x="405" y="1"/>
                    <a:pt x="2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197" name="Google Shape;1197;p83"/>
            <p:cNvSpPr/>
            <p:nvPr/>
          </p:nvSpPr>
          <p:spPr>
            <a:xfrm>
              <a:off x="5120875" y="2343525"/>
              <a:ext cx="269025" cy="122725"/>
            </a:xfrm>
            <a:custGeom>
              <a:rect b="b" l="l" r="r" t="t"/>
              <a:pathLst>
                <a:path extrusionOk="0" h="4909" w="10761">
                  <a:moveTo>
                    <a:pt x="942" y="1"/>
                  </a:moveTo>
                  <a:cubicBezTo>
                    <a:pt x="423" y="1"/>
                    <a:pt x="1" y="423"/>
                    <a:pt x="1" y="942"/>
                  </a:cubicBezTo>
                  <a:lnTo>
                    <a:pt x="1" y="4649"/>
                  </a:lnTo>
                  <a:cubicBezTo>
                    <a:pt x="1" y="4791"/>
                    <a:pt x="117" y="4908"/>
                    <a:pt x="261" y="4908"/>
                  </a:cubicBezTo>
                  <a:cubicBezTo>
                    <a:pt x="405" y="4908"/>
                    <a:pt x="521" y="4793"/>
                    <a:pt x="521" y="4649"/>
                  </a:cubicBezTo>
                  <a:lnTo>
                    <a:pt x="521" y="942"/>
                  </a:lnTo>
                  <a:cubicBezTo>
                    <a:pt x="521" y="708"/>
                    <a:pt x="710" y="520"/>
                    <a:pt x="943" y="520"/>
                  </a:cubicBezTo>
                  <a:lnTo>
                    <a:pt x="9818" y="520"/>
                  </a:lnTo>
                  <a:cubicBezTo>
                    <a:pt x="10052" y="520"/>
                    <a:pt x="10240" y="708"/>
                    <a:pt x="10240" y="942"/>
                  </a:cubicBezTo>
                  <a:lnTo>
                    <a:pt x="10240" y="4624"/>
                  </a:lnTo>
                  <a:cubicBezTo>
                    <a:pt x="10240" y="4767"/>
                    <a:pt x="10357" y="4883"/>
                    <a:pt x="10501" y="4883"/>
                  </a:cubicBezTo>
                  <a:cubicBezTo>
                    <a:pt x="10645" y="4883"/>
                    <a:pt x="10760" y="4768"/>
                    <a:pt x="10760" y="4624"/>
                  </a:cubicBezTo>
                  <a:lnTo>
                    <a:pt x="10760" y="942"/>
                  </a:lnTo>
                  <a:cubicBezTo>
                    <a:pt x="10758" y="423"/>
                    <a:pt x="10336" y="1"/>
                    <a:pt x="981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1198" name="Google Shape;1198;p83"/>
          <p:cNvGrpSpPr/>
          <p:nvPr/>
        </p:nvGrpSpPr>
        <p:grpSpPr>
          <a:xfrm>
            <a:off x="3571242" y="1901835"/>
            <a:ext cx="664356" cy="754794"/>
            <a:chOff x="4632600" y="1721775"/>
            <a:chExt cx="455725" cy="403525"/>
          </a:xfrm>
        </p:grpSpPr>
        <p:sp>
          <p:nvSpPr>
            <p:cNvPr id="1199" name="Google Shape;1199;p83"/>
            <p:cNvSpPr/>
            <p:nvPr/>
          </p:nvSpPr>
          <p:spPr>
            <a:xfrm>
              <a:off x="4940400" y="1791475"/>
              <a:ext cx="77075" cy="55275"/>
            </a:xfrm>
            <a:custGeom>
              <a:rect b="b" l="l" r="r" t="t"/>
              <a:pathLst>
                <a:path extrusionOk="0" h="2211" w="3083">
                  <a:moveTo>
                    <a:pt x="1988" y="597"/>
                  </a:moveTo>
                  <a:lnTo>
                    <a:pt x="2294" y="901"/>
                  </a:lnTo>
                  <a:cubicBezTo>
                    <a:pt x="2473" y="1076"/>
                    <a:pt x="2483" y="1286"/>
                    <a:pt x="2272" y="1500"/>
                  </a:cubicBezTo>
                  <a:lnTo>
                    <a:pt x="2240" y="1533"/>
                  </a:lnTo>
                  <a:cubicBezTo>
                    <a:pt x="2131" y="1643"/>
                    <a:pt x="2022" y="1695"/>
                    <a:pt x="1918" y="1695"/>
                  </a:cubicBezTo>
                  <a:cubicBezTo>
                    <a:pt x="1820" y="1695"/>
                    <a:pt x="1726" y="1649"/>
                    <a:pt x="1639" y="1564"/>
                  </a:cubicBezTo>
                  <a:lnTo>
                    <a:pt x="1334" y="1260"/>
                  </a:lnTo>
                  <a:lnTo>
                    <a:pt x="1988" y="597"/>
                  </a:lnTo>
                  <a:close/>
                  <a:moveTo>
                    <a:pt x="1934" y="1"/>
                  </a:moveTo>
                  <a:cubicBezTo>
                    <a:pt x="1895" y="1"/>
                    <a:pt x="1860" y="15"/>
                    <a:pt x="1834" y="41"/>
                  </a:cubicBezTo>
                  <a:lnTo>
                    <a:pt x="73" y="1822"/>
                  </a:lnTo>
                  <a:cubicBezTo>
                    <a:pt x="0" y="1897"/>
                    <a:pt x="51" y="2022"/>
                    <a:pt x="140" y="2111"/>
                  </a:cubicBezTo>
                  <a:cubicBezTo>
                    <a:pt x="199" y="2168"/>
                    <a:pt x="275" y="2210"/>
                    <a:pt x="342" y="2210"/>
                  </a:cubicBezTo>
                  <a:cubicBezTo>
                    <a:pt x="375" y="2210"/>
                    <a:pt x="405" y="2200"/>
                    <a:pt x="430" y="2176"/>
                  </a:cubicBezTo>
                  <a:lnTo>
                    <a:pt x="1058" y="1539"/>
                  </a:lnTo>
                  <a:lnTo>
                    <a:pt x="1364" y="1843"/>
                  </a:lnTo>
                  <a:cubicBezTo>
                    <a:pt x="1559" y="2035"/>
                    <a:pt x="1779" y="2155"/>
                    <a:pt x="2010" y="2155"/>
                  </a:cubicBezTo>
                  <a:cubicBezTo>
                    <a:pt x="2210" y="2155"/>
                    <a:pt x="2417" y="2066"/>
                    <a:pt x="2623" y="1857"/>
                  </a:cubicBezTo>
                  <a:lnTo>
                    <a:pt x="2640" y="1841"/>
                  </a:lnTo>
                  <a:cubicBezTo>
                    <a:pt x="3083" y="1392"/>
                    <a:pt x="2975" y="954"/>
                    <a:pt x="2627" y="610"/>
                  </a:cubicBezTo>
                  <a:lnTo>
                    <a:pt x="2076" y="65"/>
                  </a:lnTo>
                  <a:cubicBezTo>
                    <a:pt x="2031" y="21"/>
                    <a:pt x="1980" y="1"/>
                    <a:pt x="19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0" name="Google Shape;1200;p83"/>
            <p:cNvSpPr/>
            <p:nvPr/>
          </p:nvSpPr>
          <p:spPr>
            <a:xfrm>
              <a:off x="4921600" y="1779675"/>
              <a:ext cx="8375" cy="8350"/>
            </a:xfrm>
            <a:custGeom>
              <a:rect b="b" l="l" r="r" t="t"/>
              <a:pathLst>
                <a:path extrusionOk="0" h="334" w="335">
                  <a:moveTo>
                    <a:pt x="334" y="0"/>
                  </a:moveTo>
                  <a:lnTo>
                    <a:pt x="1" y="33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1" name="Google Shape;1201;p83"/>
            <p:cNvSpPr/>
            <p:nvPr/>
          </p:nvSpPr>
          <p:spPr>
            <a:xfrm>
              <a:off x="4929950" y="1778825"/>
              <a:ext cx="850" cy="875"/>
            </a:xfrm>
            <a:custGeom>
              <a:rect b="b" l="l" r="r" t="t"/>
              <a:pathLst>
                <a:path extrusionOk="0" h="35" w="34">
                  <a:moveTo>
                    <a:pt x="33" y="1"/>
                  </a:moveTo>
                  <a:lnTo>
                    <a:pt x="0" y="3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2" name="Google Shape;1202;p83"/>
            <p:cNvSpPr/>
            <p:nvPr/>
          </p:nvSpPr>
          <p:spPr>
            <a:xfrm>
              <a:off x="4912250" y="1793575"/>
              <a:ext cx="3850" cy="3800"/>
            </a:xfrm>
            <a:custGeom>
              <a:rect b="b" l="l" r="r" t="t"/>
              <a:pathLst>
                <a:path extrusionOk="0" h="152" w="154">
                  <a:moveTo>
                    <a:pt x="153" y="0"/>
                  </a:moveTo>
                  <a:lnTo>
                    <a:pt x="1" y="152"/>
                  </a:lnTo>
                  <a:cubicBezTo>
                    <a:pt x="50" y="103"/>
                    <a:pt x="102" y="53"/>
                    <a:pt x="15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3" name="Google Shape;1203;p83"/>
            <p:cNvSpPr/>
            <p:nvPr/>
          </p:nvSpPr>
          <p:spPr>
            <a:xfrm>
              <a:off x="4919600" y="1788000"/>
              <a:ext cx="2050" cy="2050"/>
            </a:xfrm>
            <a:custGeom>
              <a:rect b="b" l="l" r="r" t="t"/>
              <a:pathLst>
                <a:path extrusionOk="0" h="82" w="82">
                  <a:moveTo>
                    <a:pt x="82" y="0"/>
                  </a:moveTo>
                  <a:lnTo>
                    <a:pt x="0" y="8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4" name="Google Shape;1204;p83"/>
            <p:cNvSpPr/>
            <p:nvPr/>
          </p:nvSpPr>
          <p:spPr>
            <a:xfrm>
              <a:off x="4917025" y="1790025"/>
              <a:ext cx="2600" cy="2600"/>
            </a:xfrm>
            <a:custGeom>
              <a:rect b="b" l="l" r="r" t="t"/>
              <a:pathLst>
                <a:path extrusionOk="0" h="104" w="104">
                  <a:moveTo>
                    <a:pt x="103" y="0"/>
                  </a:moveTo>
                  <a:lnTo>
                    <a:pt x="0" y="10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5" name="Google Shape;1205;p83"/>
            <p:cNvSpPr/>
            <p:nvPr/>
          </p:nvSpPr>
          <p:spPr>
            <a:xfrm>
              <a:off x="4916075" y="1792600"/>
              <a:ext cx="975" cy="1000"/>
            </a:xfrm>
            <a:custGeom>
              <a:rect b="b" l="l" r="r" t="t"/>
              <a:pathLst>
                <a:path extrusionOk="0" h="40" w="39">
                  <a:moveTo>
                    <a:pt x="38" y="0"/>
                  </a:moveTo>
                  <a:lnTo>
                    <a:pt x="0" y="3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6" name="Google Shape;1206;p83"/>
            <p:cNvSpPr/>
            <p:nvPr/>
          </p:nvSpPr>
          <p:spPr>
            <a:xfrm>
              <a:off x="4935675" y="1766850"/>
              <a:ext cx="7050" cy="7050"/>
            </a:xfrm>
            <a:custGeom>
              <a:rect b="b" l="l" r="r" t="t"/>
              <a:pathLst>
                <a:path extrusionOk="0" h="282" w="282">
                  <a:moveTo>
                    <a:pt x="282" y="1"/>
                  </a:moveTo>
                  <a:lnTo>
                    <a:pt x="1" y="28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7" name="Google Shape;1207;p83"/>
            <p:cNvSpPr/>
            <p:nvPr/>
          </p:nvSpPr>
          <p:spPr>
            <a:xfrm>
              <a:off x="4971600" y="1737800"/>
              <a:ext cx="100" cy="100"/>
            </a:xfrm>
            <a:custGeom>
              <a:rect b="b" l="l" r="r" t="t"/>
              <a:pathLst>
                <a:path extrusionOk="0" h="4" w="4">
                  <a:moveTo>
                    <a:pt x="3" y="0"/>
                  </a:moveTo>
                  <a:lnTo>
                    <a:pt x="0" y="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8" name="Google Shape;1208;p83"/>
            <p:cNvSpPr/>
            <p:nvPr/>
          </p:nvSpPr>
          <p:spPr>
            <a:xfrm>
              <a:off x="4974100" y="1735300"/>
              <a:ext cx="100" cy="125"/>
            </a:xfrm>
            <a:custGeom>
              <a:rect b="b" l="l" r="r" t="t"/>
              <a:pathLst>
                <a:path extrusionOk="0" h="5" w="4">
                  <a:moveTo>
                    <a:pt x="3" y="0"/>
                  </a:moveTo>
                  <a:lnTo>
                    <a:pt x="0" y="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09" name="Google Shape;1209;p83"/>
            <p:cNvSpPr/>
            <p:nvPr/>
          </p:nvSpPr>
          <p:spPr>
            <a:xfrm>
              <a:off x="4971675" y="1735650"/>
              <a:ext cx="2150" cy="2225"/>
            </a:xfrm>
            <a:custGeom>
              <a:rect b="b" l="l" r="r" t="t"/>
              <a:pathLst>
                <a:path extrusionOk="0" h="89" w="86">
                  <a:moveTo>
                    <a:pt x="86" y="1"/>
                  </a:moveTo>
                  <a:lnTo>
                    <a:pt x="62" y="25"/>
                  </a:lnTo>
                  <a:lnTo>
                    <a:pt x="62" y="25"/>
                  </a:lnTo>
                  <a:cubicBezTo>
                    <a:pt x="72" y="15"/>
                    <a:pt x="80" y="7"/>
                    <a:pt x="86" y="1"/>
                  </a:cubicBezTo>
                  <a:close/>
                  <a:moveTo>
                    <a:pt x="62" y="25"/>
                  </a:moveTo>
                  <a:lnTo>
                    <a:pt x="62" y="25"/>
                  </a:lnTo>
                  <a:cubicBezTo>
                    <a:pt x="46" y="41"/>
                    <a:pt x="25" y="62"/>
                    <a:pt x="0" y="88"/>
                  </a:cubicBezTo>
                  <a:lnTo>
                    <a:pt x="62" y="2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0" name="Google Shape;1210;p83"/>
            <p:cNvSpPr/>
            <p:nvPr/>
          </p:nvSpPr>
          <p:spPr>
            <a:xfrm>
              <a:off x="4942700" y="1766400"/>
              <a:ext cx="475" cy="475"/>
            </a:xfrm>
            <a:custGeom>
              <a:rect b="b" l="l" r="r" t="t"/>
              <a:pathLst>
                <a:path extrusionOk="0" h="19" w="19">
                  <a:moveTo>
                    <a:pt x="18" y="0"/>
                  </a:moveTo>
                  <a:lnTo>
                    <a:pt x="1" y="1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1" name="Google Shape;1211;p83"/>
            <p:cNvSpPr/>
            <p:nvPr/>
          </p:nvSpPr>
          <p:spPr>
            <a:xfrm>
              <a:off x="4943200" y="1737900"/>
              <a:ext cx="28425" cy="28525"/>
            </a:xfrm>
            <a:custGeom>
              <a:rect b="b" l="l" r="r" t="t"/>
              <a:pathLst>
                <a:path extrusionOk="0" h="1141" w="1137">
                  <a:moveTo>
                    <a:pt x="1136" y="0"/>
                  </a:moveTo>
                  <a:cubicBezTo>
                    <a:pt x="939" y="196"/>
                    <a:pt x="491" y="647"/>
                    <a:pt x="0" y="1140"/>
                  </a:cubicBezTo>
                  <a:lnTo>
                    <a:pt x="11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2" name="Google Shape;1212;p83"/>
            <p:cNvSpPr/>
            <p:nvPr/>
          </p:nvSpPr>
          <p:spPr>
            <a:xfrm>
              <a:off x="4930775" y="1773875"/>
              <a:ext cx="4925" cy="4975"/>
            </a:xfrm>
            <a:custGeom>
              <a:rect b="b" l="l" r="r" t="t"/>
              <a:pathLst>
                <a:path extrusionOk="0" h="199" w="197">
                  <a:moveTo>
                    <a:pt x="197" y="1"/>
                  </a:moveTo>
                  <a:lnTo>
                    <a:pt x="0" y="199"/>
                  </a:lnTo>
                  <a:cubicBezTo>
                    <a:pt x="66" y="133"/>
                    <a:pt x="132" y="68"/>
                    <a:pt x="1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3" name="Google Shape;1213;p83"/>
            <p:cNvSpPr/>
            <p:nvPr/>
          </p:nvSpPr>
          <p:spPr>
            <a:xfrm>
              <a:off x="4897600" y="1809950"/>
              <a:ext cx="2175" cy="2200"/>
            </a:xfrm>
            <a:custGeom>
              <a:rect b="b" l="l" r="r" t="t"/>
              <a:pathLst>
                <a:path extrusionOk="0" h="88" w="87">
                  <a:moveTo>
                    <a:pt x="87" y="0"/>
                  </a:moveTo>
                  <a:lnTo>
                    <a:pt x="87" y="0"/>
                  </a:lnTo>
                  <a:cubicBezTo>
                    <a:pt x="45" y="41"/>
                    <a:pt x="15" y="71"/>
                    <a:pt x="0" y="88"/>
                  </a:cubicBezTo>
                  <a:lnTo>
                    <a:pt x="8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4" name="Google Shape;1214;p83"/>
            <p:cNvSpPr/>
            <p:nvPr/>
          </p:nvSpPr>
          <p:spPr>
            <a:xfrm>
              <a:off x="4899750" y="1809875"/>
              <a:ext cx="75" cy="100"/>
            </a:xfrm>
            <a:custGeom>
              <a:rect b="b" l="l" r="r" t="t"/>
              <a:pathLst>
                <a:path extrusionOk="0" h="4" w="3">
                  <a:moveTo>
                    <a:pt x="3" y="0"/>
                  </a:moveTo>
                  <a:cubicBezTo>
                    <a:pt x="2" y="0"/>
                    <a:pt x="1" y="2"/>
                    <a:pt x="1" y="3"/>
                  </a:cubicBezTo>
                  <a:lnTo>
                    <a:pt x="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5" name="Google Shape;1215;p83"/>
            <p:cNvSpPr/>
            <p:nvPr/>
          </p:nvSpPr>
          <p:spPr>
            <a:xfrm>
              <a:off x="4897300" y="1812125"/>
              <a:ext cx="275" cy="300"/>
            </a:xfrm>
            <a:custGeom>
              <a:rect b="b" l="l" r="r" t="t"/>
              <a:pathLst>
                <a:path extrusionOk="0" h="12" w="11">
                  <a:moveTo>
                    <a:pt x="11" y="1"/>
                  </a:moveTo>
                  <a:lnTo>
                    <a:pt x="1" y="1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6" name="Google Shape;1216;p83"/>
            <p:cNvSpPr/>
            <p:nvPr/>
          </p:nvSpPr>
          <p:spPr>
            <a:xfrm>
              <a:off x="4911675" y="1797350"/>
              <a:ext cx="650" cy="675"/>
            </a:xfrm>
            <a:custGeom>
              <a:rect b="b" l="l" r="r" t="t"/>
              <a:pathLst>
                <a:path extrusionOk="0" h="27" w="26">
                  <a:moveTo>
                    <a:pt x="26" y="1"/>
                  </a:moveTo>
                  <a:lnTo>
                    <a:pt x="0" y="27"/>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7" name="Google Shape;1217;p83"/>
            <p:cNvSpPr/>
            <p:nvPr/>
          </p:nvSpPr>
          <p:spPr>
            <a:xfrm>
              <a:off x="4632600" y="1721775"/>
              <a:ext cx="455725" cy="403525"/>
            </a:xfrm>
            <a:custGeom>
              <a:rect b="b" l="l" r="r" t="t"/>
              <a:pathLst>
                <a:path extrusionOk="0" h="16141" w="18229">
                  <a:moveTo>
                    <a:pt x="7716" y="7405"/>
                  </a:moveTo>
                  <a:cubicBezTo>
                    <a:pt x="7724" y="7409"/>
                    <a:pt x="7733" y="7412"/>
                    <a:pt x="7741" y="7415"/>
                  </a:cubicBezTo>
                  <a:lnTo>
                    <a:pt x="8422" y="7648"/>
                  </a:lnTo>
                  <a:lnTo>
                    <a:pt x="8663" y="8326"/>
                  </a:lnTo>
                  <a:cubicBezTo>
                    <a:pt x="8683" y="8382"/>
                    <a:pt x="8721" y="8428"/>
                    <a:pt x="8770" y="8459"/>
                  </a:cubicBezTo>
                  <a:lnTo>
                    <a:pt x="8440" y="8790"/>
                  </a:lnTo>
                  <a:cubicBezTo>
                    <a:pt x="8366" y="8863"/>
                    <a:pt x="8268" y="8903"/>
                    <a:pt x="8163" y="8903"/>
                  </a:cubicBezTo>
                  <a:lnTo>
                    <a:pt x="8154" y="8903"/>
                  </a:lnTo>
                  <a:cubicBezTo>
                    <a:pt x="7999" y="8903"/>
                    <a:pt x="7778" y="8730"/>
                    <a:pt x="7716" y="8568"/>
                  </a:cubicBezTo>
                  <a:lnTo>
                    <a:pt x="7716" y="7405"/>
                  </a:lnTo>
                  <a:close/>
                  <a:moveTo>
                    <a:pt x="11882" y="8056"/>
                  </a:moveTo>
                  <a:cubicBezTo>
                    <a:pt x="12000" y="8056"/>
                    <a:pt x="12119" y="8089"/>
                    <a:pt x="12222" y="8156"/>
                  </a:cubicBezTo>
                  <a:lnTo>
                    <a:pt x="11259" y="9118"/>
                  </a:lnTo>
                  <a:lnTo>
                    <a:pt x="11048" y="8907"/>
                  </a:lnTo>
                  <a:cubicBezTo>
                    <a:pt x="10973" y="8831"/>
                    <a:pt x="10973" y="8707"/>
                    <a:pt x="11048" y="8631"/>
                  </a:cubicBezTo>
                  <a:lnTo>
                    <a:pt x="11441" y="8239"/>
                  </a:lnTo>
                  <a:cubicBezTo>
                    <a:pt x="11563" y="8116"/>
                    <a:pt x="11722" y="8056"/>
                    <a:pt x="11882" y="8056"/>
                  </a:cubicBezTo>
                  <a:close/>
                  <a:moveTo>
                    <a:pt x="3977" y="14206"/>
                  </a:moveTo>
                  <a:cubicBezTo>
                    <a:pt x="4093" y="14206"/>
                    <a:pt x="4189" y="14302"/>
                    <a:pt x="4189" y="14418"/>
                  </a:cubicBezTo>
                  <a:cubicBezTo>
                    <a:pt x="4189" y="14536"/>
                    <a:pt x="4093" y="14632"/>
                    <a:pt x="3977" y="14632"/>
                  </a:cubicBezTo>
                  <a:cubicBezTo>
                    <a:pt x="3859" y="14632"/>
                    <a:pt x="3764" y="14536"/>
                    <a:pt x="3764" y="14418"/>
                  </a:cubicBezTo>
                  <a:cubicBezTo>
                    <a:pt x="3764" y="14302"/>
                    <a:pt x="3859" y="14206"/>
                    <a:pt x="3977" y="14206"/>
                  </a:cubicBezTo>
                  <a:close/>
                  <a:moveTo>
                    <a:pt x="1562" y="11000"/>
                  </a:moveTo>
                  <a:cubicBezTo>
                    <a:pt x="1581" y="11000"/>
                    <a:pt x="1599" y="11007"/>
                    <a:pt x="1614" y="11021"/>
                  </a:cubicBezTo>
                  <a:lnTo>
                    <a:pt x="1852" y="11260"/>
                  </a:lnTo>
                  <a:lnTo>
                    <a:pt x="4461" y="13868"/>
                  </a:lnTo>
                  <a:cubicBezTo>
                    <a:pt x="4332" y="13753"/>
                    <a:pt x="4162" y="13684"/>
                    <a:pt x="3977" y="13684"/>
                  </a:cubicBezTo>
                  <a:cubicBezTo>
                    <a:pt x="3572" y="13684"/>
                    <a:pt x="3243" y="14014"/>
                    <a:pt x="3243" y="14417"/>
                  </a:cubicBezTo>
                  <a:cubicBezTo>
                    <a:pt x="3243" y="14822"/>
                    <a:pt x="3572" y="15152"/>
                    <a:pt x="3977" y="15152"/>
                  </a:cubicBezTo>
                  <a:cubicBezTo>
                    <a:pt x="4380" y="15152"/>
                    <a:pt x="4710" y="14822"/>
                    <a:pt x="4710" y="14417"/>
                  </a:cubicBezTo>
                  <a:cubicBezTo>
                    <a:pt x="4710" y="14232"/>
                    <a:pt x="4641" y="14063"/>
                    <a:pt x="4525" y="13934"/>
                  </a:cubicBezTo>
                  <a:lnTo>
                    <a:pt x="4525" y="13934"/>
                  </a:lnTo>
                  <a:lnTo>
                    <a:pt x="4881" y="14289"/>
                  </a:lnTo>
                  <a:lnTo>
                    <a:pt x="5121" y="14529"/>
                  </a:lnTo>
                  <a:cubicBezTo>
                    <a:pt x="5138" y="14546"/>
                    <a:pt x="5141" y="14566"/>
                    <a:pt x="5141" y="14580"/>
                  </a:cubicBezTo>
                  <a:cubicBezTo>
                    <a:pt x="5141" y="14595"/>
                    <a:pt x="5137" y="14615"/>
                    <a:pt x="5121" y="14632"/>
                  </a:cubicBezTo>
                  <a:lnTo>
                    <a:pt x="4153" y="15599"/>
                  </a:lnTo>
                  <a:cubicBezTo>
                    <a:pt x="4138" y="15613"/>
                    <a:pt x="4120" y="15620"/>
                    <a:pt x="4101" y="15620"/>
                  </a:cubicBezTo>
                  <a:cubicBezTo>
                    <a:pt x="4083" y="15620"/>
                    <a:pt x="4065" y="15613"/>
                    <a:pt x="4051" y="15599"/>
                  </a:cubicBezTo>
                  <a:lnTo>
                    <a:pt x="544" y="12092"/>
                  </a:lnTo>
                  <a:cubicBezTo>
                    <a:pt x="525" y="12074"/>
                    <a:pt x="523" y="12054"/>
                    <a:pt x="523" y="12040"/>
                  </a:cubicBezTo>
                  <a:cubicBezTo>
                    <a:pt x="523" y="12027"/>
                    <a:pt x="526" y="12007"/>
                    <a:pt x="544" y="11989"/>
                  </a:cubicBezTo>
                  <a:lnTo>
                    <a:pt x="1512" y="11021"/>
                  </a:lnTo>
                  <a:cubicBezTo>
                    <a:pt x="1526" y="11007"/>
                    <a:pt x="1544" y="11000"/>
                    <a:pt x="1562" y="11000"/>
                  </a:cubicBezTo>
                  <a:close/>
                  <a:moveTo>
                    <a:pt x="13665" y="1"/>
                  </a:moveTo>
                  <a:cubicBezTo>
                    <a:pt x="13543" y="1"/>
                    <a:pt x="13421" y="47"/>
                    <a:pt x="13328" y="140"/>
                  </a:cubicBezTo>
                  <a:lnTo>
                    <a:pt x="10306" y="3172"/>
                  </a:lnTo>
                  <a:cubicBezTo>
                    <a:pt x="9496" y="3081"/>
                    <a:pt x="8634" y="2979"/>
                    <a:pt x="8379" y="2948"/>
                  </a:cubicBezTo>
                  <a:cubicBezTo>
                    <a:pt x="8322" y="2941"/>
                    <a:pt x="8264" y="2937"/>
                    <a:pt x="8207" y="2937"/>
                  </a:cubicBezTo>
                  <a:cubicBezTo>
                    <a:pt x="7864" y="2937"/>
                    <a:pt x="7527" y="3057"/>
                    <a:pt x="7262" y="3276"/>
                  </a:cubicBezTo>
                  <a:lnTo>
                    <a:pt x="4912" y="5221"/>
                  </a:lnTo>
                  <a:cubicBezTo>
                    <a:pt x="4530" y="5536"/>
                    <a:pt x="4260" y="5955"/>
                    <a:pt x="4127" y="6434"/>
                  </a:cubicBezTo>
                  <a:cubicBezTo>
                    <a:pt x="4087" y="6580"/>
                    <a:pt x="4040" y="6743"/>
                    <a:pt x="3990" y="6918"/>
                  </a:cubicBezTo>
                  <a:cubicBezTo>
                    <a:pt x="3951" y="7057"/>
                    <a:pt x="4031" y="7201"/>
                    <a:pt x="4169" y="7240"/>
                  </a:cubicBezTo>
                  <a:cubicBezTo>
                    <a:pt x="4193" y="7247"/>
                    <a:pt x="4217" y="7250"/>
                    <a:pt x="4241" y="7250"/>
                  </a:cubicBezTo>
                  <a:cubicBezTo>
                    <a:pt x="4355" y="7250"/>
                    <a:pt x="4459" y="7175"/>
                    <a:pt x="4491" y="7061"/>
                  </a:cubicBezTo>
                  <a:cubicBezTo>
                    <a:pt x="4541" y="6885"/>
                    <a:pt x="4587" y="6719"/>
                    <a:pt x="4627" y="6573"/>
                  </a:cubicBezTo>
                  <a:cubicBezTo>
                    <a:pt x="4730" y="6199"/>
                    <a:pt x="4942" y="5871"/>
                    <a:pt x="5243" y="5624"/>
                  </a:cubicBezTo>
                  <a:lnTo>
                    <a:pt x="7593" y="3680"/>
                  </a:lnTo>
                  <a:cubicBezTo>
                    <a:pt x="7764" y="3538"/>
                    <a:pt x="7982" y="3461"/>
                    <a:pt x="8204" y="3461"/>
                  </a:cubicBezTo>
                  <a:cubicBezTo>
                    <a:pt x="8241" y="3461"/>
                    <a:pt x="8279" y="3463"/>
                    <a:pt x="8316" y="3468"/>
                  </a:cubicBezTo>
                  <a:cubicBezTo>
                    <a:pt x="8528" y="3493"/>
                    <a:pt x="9162" y="3568"/>
                    <a:pt x="9835" y="3646"/>
                  </a:cubicBezTo>
                  <a:lnTo>
                    <a:pt x="8448" y="5036"/>
                  </a:lnTo>
                  <a:lnTo>
                    <a:pt x="8417" y="5067"/>
                  </a:lnTo>
                  <a:lnTo>
                    <a:pt x="8343" y="5078"/>
                  </a:lnTo>
                  <a:cubicBezTo>
                    <a:pt x="8297" y="5085"/>
                    <a:pt x="8253" y="5105"/>
                    <a:pt x="8217" y="5135"/>
                  </a:cubicBezTo>
                  <a:lnTo>
                    <a:pt x="7292" y="5896"/>
                  </a:lnTo>
                  <a:cubicBezTo>
                    <a:pt x="7231" y="5945"/>
                    <a:pt x="7196" y="6020"/>
                    <a:pt x="7196" y="6097"/>
                  </a:cubicBezTo>
                  <a:lnTo>
                    <a:pt x="7196" y="8610"/>
                  </a:lnTo>
                  <a:cubicBezTo>
                    <a:pt x="7196" y="8634"/>
                    <a:pt x="7199" y="8656"/>
                    <a:pt x="7205" y="8677"/>
                  </a:cubicBezTo>
                  <a:cubicBezTo>
                    <a:pt x="7313" y="9077"/>
                    <a:pt x="7756" y="9427"/>
                    <a:pt x="8155" y="9427"/>
                  </a:cubicBezTo>
                  <a:lnTo>
                    <a:pt x="8164" y="9427"/>
                  </a:lnTo>
                  <a:cubicBezTo>
                    <a:pt x="8409" y="9427"/>
                    <a:pt x="8638" y="9332"/>
                    <a:pt x="8809" y="9160"/>
                  </a:cubicBezTo>
                  <a:lnTo>
                    <a:pt x="9429" y="8539"/>
                  </a:lnTo>
                  <a:lnTo>
                    <a:pt x="9905" y="8064"/>
                  </a:lnTo>
                  <a:cubicBezTo>
                    <a:pt x="10409" y="7560"/>
                    <a:pt x="11328" y="7175"/>
                    <a:pt x="12000" y="7175"/>
                  </a:cubicBezTo>
                  <a:cubicBezTo>
                    <a:pt x="12029" y="7175"/>
                    <a:pt x="12058" y="7176"/>
                    <a:pt x="12086" y="7177"/>
                  </a:cubicBezTo>
                  <a:lnTo>
                    <a:pt x="12087" y="7177"/>
                  </a:lnTo>
                  <a:cubicBezTo>
                    <a:pt x="12122" y="7178"/>
                    <a:pt x="12155" y="7182"/>
                    <a:pt x="12188" y="7185"/>
                  </a:cubicBezTo>
                  <a:cubicBezTo>
                    <a:pt x="12204" y="7189"/>
                    <a:pt x="12221" y="7191"/>
                    <a:pt x="12236" y="7194"/>
                  </a:cubicBezTo>
                  <a:lnTo>
                    <a:pt x="12237" y="7194"/>
                  </a:lnTo>
                  <a:cubicBezTo>
                    <a:pt x="12376" y="7219"/>
                    <a:pt x="12479" y="7270"/>
                    <a:pt x="12536" y="7339"/>
                  </a:cubicBezTo>
                  <a:cubicBezTo>
                    <a:pt x="12543" y="7347"/>
                    <a:pt x="12548" y="7353"/>
                    <a:pt x="12555" y="7359"/>
                  </a:cubicBezTo>
                  <a:cubicBezTo>
                    <a:pt x="12657" y="7461"/>
                    <a:pt x="12657" y="7545"/>
                    <a:pt x="12646" y="7606"/>
                  </a:cubicBezTo>
                  <a:cubicBezTo>
                    <a:pt x="12636" y="7656"/>
                    <a:pt x="12612" y="7710"/>
                    <a:pt x="12577" y="7767"/>
                  </a:cubicBezTo>
                  <a:cubicBezTo>
                    <a:pt x="12373" y="7612"/>
                    <a:pt x="12128" y="7535"/>
                    <a:pt x="11884" y="7535"/>
                  </a:cubicBezTo>
                  <a:cubicBezTo>
                    <a:pt x="11590" y="7535"/>
                    <a:pt x="11297" y="7646"/>
                    <a:pt x="11074" y="7869"/>
                  </a:cubicBezTo>
                  <a:lnTo>
                    <a:pt x="10681" y="8261"/>
                  </a:lnTo>
                  <a:cubicBezTo>
                    <a:pt x="10402" y="8541"/>
                    <a:pt x="10402" y="8996"/>
                    <a:pt x="10681" y="9275"/>
                  </a:cubicBezTo>
                  <a:lnTo>
                    <a:pt x="10892" y="9486"/>
                  </a:lnTo>
                  <a:lnTo>
                    <a:pt x="9825" y="10554"/>
                  </a:lnTo>
                  <a:cubicBezTo>
                    <a:pt x="9817" y="10562"/>
                    <a:pt x="9810" y="10568"/>
                    <a:pt x="9804" y="10577"/>
                  </a:cubicBezTo>
                  <a:lnTo>
                    <a:pt x="8914" y="11703"/>
                  </a:lnTo>
                  <a:cubicBezTo>
                    <a:pt x="8581" y="12122"/>
                    <a:pt x="8137" y="12436"/>
                    <a:pt x="7633" y="12610"/>
                  </a:cubicBezTo>
                  <a:lnTo>
                    <a:pt x="5877" y="13201"/>
                  </a:lnTo>
                  <a:cubicBezTo>
                    <a:pt x="5622" y="13276"/>
                    <a:pt x="5389" y="13415"/>
                    <a:pt x="5202" y="13603"/>
                  </a:cubicBezTo>
                  <a:lnTo>
                    <a:pt x="5065" y="13739"/>
                  </a:lnTo>
                  <a:lnTo>
                    <a:pt x="2403" y="11076"/>
                  </a:lnTo>
                  <a:lnTo>
                    <a:pt x="3447" y="10033"/>
                  </a:lnTo>
                  <a:cubicBezTo>
                    <a:pt x="3465" y="10015"/>
                    <a:pt x="3482" y="9993"/>
                    <a:pt x="3494" y="9970"/>
                  </a:cubicBezTo>
                  <a:cubicBezTo>
                    <a:pt x="3630" y="9710"/>
                    <a:pt x="3797" y="9282"/>
                    <a:pt x="3993" y="8693"/>
                  </a:cubicBezTo>
                  <a:cubicBezTo>
                    <a:pt x="4038" y="8557"/>
                    <a:pt x="3964" y="8409"/>
                    <a:pt x="3828" y="8363"/>
                  </a:cubicBezTo>
                  <a:cubicBezTo>
                    <a:pt x="3801" y="8355"/>
                    <a:pt x="3774" y="8350"/>
                    <a:pt x="3747" y="8350"/>
                  </a:cubicBezTo>
                  <a:cubicBezTo>
                    <a:pt x="3637" y="8350"/>
                    <a:pt x="3535" y="8419"/>
                    <a:pt x="3499" y="8528"/>
                  </a:cubicBezTo>
                  <a:cubicBezTo>
                    <a:pt x="3321" y="9062"/>
                    <a:pt x="3170" y="9454"/>
                    <a:pt x="3050" y="9694"/>
                  </a:cubicBezTo>
                  <a:lnTo>
                    <a:pt x="2036" y="10708"/>
                  </a:lnTo>
                  <a:lnTo>
                    <a:pt x="1981" y="10653"/>
                  </a:lnTo>
                  <a:cubicBezTo>
                    <a:pt x="1865" y="10537"/>
                    <a:pt x="1714" y="10479"/>
                    <a:pt x="1562" y="10479"/>
                  </a:cubicBezTo>
                  <a:cubicBezTo>
                    <a:pt x="1410" y="10479"/>
                    <a:pt x="1258" y="10537"/>
                    <a:pt x="1142" y="10653"/>
                  </a:cubicBezTo>
                  <a:lnTo>
                    <a:pt x="174" y="11621"/>
                  </a:lnTo>
                  <a:cubicBezTo>
                    <a:pt x="62" y="11733"/>
                    <a:pt x="0" y="11883"/>
                    <a:pt x="0" y="12041"/>
                  </a:cubicBezTo>
                  <a:cubicBezTo>
                    <a:pt x="0" y="12199"/>
                    <a:pt x="62" y="12348"/>
                    <a:pt x="174" y="12460"/>
                  </a:cubicBezTo>
                  <a:lnTo>
                    <a:pt x="3681" y="15967"/>
                  </a:lnTo>
                  <a:cubicBezTo>
                    <a:pt x="3797" y="16083"/>
                    <a:pt x="3949" y="16141"/>
                    <a:pt x="4101" y="16141"/>
                  </a:cubicBezTo>
                  <a:cubicBezTo>
                    <a:pt x="4253" y="16141"/>
                    <a:pt x="4405" y="16083"/>
                    <a:pt x="4520" y="15967"/>
                  </a:cubicBezTo>
                  <a:lnTo>
                    <a:pt x="5488" y="14999"/>
                  </a:lnTo>
                  <a:cubicBezTo>
                    <a:pt x="5600" y="14888"/>
                    <a:pt x="5662" y="14739"/>
                    <a:pt x="5662" y="14580"/>
                  </a:cubicBezTo>
                  <a:cubicBezTo>
                    <a:pt x="5662" y="14422"/>
                    <a:pt x="5600" y="14272"/>
                    <a:pt x="5488" y="14160"/>
                  </a:cubicBezTo>
                  <a:lnTo>
                    <a:pt x="5434" y="14105"/>
                  </a:lnTo>
                  <a:lnTo>
                    <a:pt x="5569" y="13969"/>
                  </a:lnTo>
                  <a:cubicBezTo>
                    <a:pt x="5697" y="13841"/>
                    <a:pt x="5856" y="13748"/>
                    <a:pt x="6028" y="13699"/>
                  </a:cubicBezTo>
                  <a:cubicBezTo>
                    <a:pt x="6032" y="13697"/>
                    <a:pt x="6034" y="13696"/>
                    <a:pt x="6038" y="13695"/>
                  </a:cubicBezTo>
                  <a:lnTo>
                    <a:pt x="7799" y="13102"/>
                  </a:lnTo>
                  <a:cubicBezTo>
                    <a:pt x="8400" y="12896"/>
                    <a:pt x="8926" y="12522"/>
                    <a:pt x="9320" y="12024"/>
                  </a:cubicBezTo>
                  <a:lnTo>
                    <a:pt x="10202" y="10910"/>
                  </a:lnTo>
                  <a:lnTo>
                    <a:pt x="10780" y="10330"/>
                  </a:lnTo>
                  <a:lnTo>
                    <a:pt x="10830" y="10467"/>
                  </a:lnTo>
                  <a:cubicBezTo>
                    <a:pt x="10855" y="10538"/>
                    <a:pt x="10909" y="10595"/>
                    <a:pt x="10980" y="10622"/>
                  </a:cubicBezTo>
                  <a:lnTo>
                    <a:pt x="11666" y="10891"/>
                  </a:lnTo>
                  <a:cubicBezTo>
                    <a:pt x="11722" y="10914"/>
                    <a:pt x="11781" y="10924"/>
                    <a:pt x="11839" y="10924"/>
                  </a:cubicBezTo>
                  <a:cubicBezTo>
                    <a:pt x="11962" y="10924"/>
                    <a:pt x="12083" y="10875"/>
                    <a:pt x="12174" y="10785"/>
                  </a:cubicBezTo>
                  <a:lnTo>
                    <a:pt x="15912" y="7037"/>
                  </a:lnTo>
                  <a:cubicBezTo>
                    <a:pt x="16014" y="6935"/>
                    <a:pt x="16014" y="6771"/>
                    <a:pt x="15912" y="6669"/>
                  </a:cubicBezTo>
                  <a:cubicBezTo>
                    <a:pt x="15861" y="6618"/>
                    <a:pt x="15794" y="6592"/>
                    <a:pt x="15728" y="6592"/>
                  </a:cubicBezTo>
                  <a:cubicBezTo>
                    <a:pt x="15661" y="6592"/>
                    <a:pt x="15595" y="6618"/>
                    <a:pt x="15544" y="6669"/>
                  </a:cubicBezTo>
                  <a:lnTo>
                    <a:pt x="11828" y="10395"/>
                  </a:lnTo>
                  <a:lnTo>
                    <a:pt x="11281" y="10181"/>
                  </a:lnTo>
                  <a:lnTo>
                    <a:pt x="11190" y="9922"/>
                  </a:lnTo>
                  <a:lnTo>
                    <a:pt x="12784" y="8327"/>
                  </a:lnTo>
                  <a:lnTo>
                    <a:pt x="12794" y="8317"/>
                  </a:lnTo>
                  <a:cubicBezTo>
                    <a:pt x="12993" y="8119"/>
                    <a:pt x="13115" y="7912"/>
                    <a:pt x="13154" y="7703"/>
                  </a:cubicBezTo>
                  <a:cubicBezTo>
                    <a:pt x="13189" y="7526"/>
                    <a:pt x="13164" y="7357"/>
                    <a:pt x="13081" y="7203"/>
                  </a:cubicBezTo>
                  <a:lnTo>
                    <a:pt x="13081" y="7203"/>
                  </a:lnTo>
                  <a:lnTo>
                    <a:pt x="13443" y="7559"/>
                  </a:lnTo>
                  <a:cubicBezTo>
                    <a:pt x="13493" y="7610"/>
                    <a:pt x="13560" y="7635"/>
                    <a:pt x="13626" y="7635"/>
                  </a:cubicBezTo>
                  <a:cubicBezTo>
                    <a:pt x="13693" y="7635"/>
                    <a:pt x="13761" y="7609"/>
                    <a:pt x="13811" y="7557"/>
                  </a:cubicBezTo>
                  <a:cubicBezTo>
                    <a:pt x="13911" y="7455"/>
                    <a:pt x="13911" y="7291"/>
                    <a:pt x="13810" y="7190"/>
                  </a:cubicBezTo>
                  <a:lnTo>
                    <a:pt x="13808" y="7189"/>
                  </a:lnTo>
                  <a:lnTo>
                    <a:pt x="10984" y="4396"/>
                  </a:lnTo>
                  <a:cubicBezTo>
                    <a:pt x="10933" y="4346"/>
                    <a:pt x="10867" y="4320"/>
                    <a:pt x="10801" y="4320"/>
                  </a:cubicBezTo>
                  <a:cubicBezTo>
                    <a:pt x="10733" y="4320"/>
                    <a:pt x="10666" y="4346"/>
                    <a:pt x="10615" y="4398"/>
                  </a:cubicBezTo>
                  <a:cubicBezTo>
                    <a:pt x="10516" y="4500"/>
                    <a:pt x="10516" y="4665"/>
                    <a:pt x="10617" y="4765"/>
                  </a:cubicBezTo>
                  <a:lnTo>
                    <a:pt x="10619" y="4767"/>
                  </a:lnTo>
                  <a:lnTo>
                    <a:pt x="12664" y="6790"/>
                  </a:lnTo>
                  <a:cubicBezTo>
                    <a:pt x="12519" y="6715"/>
                    <a:pt x="12341" y="6669"/>
                    <a:pt x="12138" y="6656"/>
                  </a:cubicBezTo>
                  <a:cubicBezTo>
                    <a:pt x="12129" y="6656"/>
                    <a:pt x="12122" y="6654"/>
                    <a:pt x="12113" y="6654"/>
                  </a:cubicBezTo>
                  <a:lnTo>
                    <a:pt x="12102" y="6654"/>
                  </a:lnTo>
                  <a:cubicBezTo>
                    <a:pt x="12070" y="6653"/>
                    <a:pt x="12038" y="6652"/>
                    <a:pt x="12005" y="6652"/>
                  </a:cubicBezTo>
                  <a:cubicBezTo>
                    <a:pt x="11733" y="6652"/>
                    <a:pt x="11433" y="6701"/>
                    <a:pt x="11131" y="6790"/>
                  </a:cubicBezTo>
                  <a:lnTo>
                    <a:pt x="9862" y="5534"/>
                  </a:lnTo>
                  <a:cubicBezTo>
                    <a:pt x="9811" y="5483"/>
                    <a:pt x="9744" y="5458"/>
                    <a:pt x="9678" y="5458"/>
                  </a:cubicBezTo>
                  <a:cubicBezTo>
                    <a:pt x="9611" y="5458"/>
                    <a:pt x="9544" y="5484"/>
                    <a:pt x="9493" y="5536"/>
                  </a:cubicBezTo>
                  <a:cubicBezTo>
                    <a:pt x="9393" y="5638"/>
                    <a:pt x="9393" y="5803"/>
                    <a:pt x="9494" y="5903"/>
                  </a:cubicBezTo>
                  <a:lnTo>
                    <a:pt x="9496" y="5905"/>
                  </a:lnTo>
                  <a:lnTo>
                    <a:pt x="10594" y="6991"/>
                  </a:lnTo>
                  <a:cubicBezTo>
                    <a:pt x="10189" y="7172"/>
                    <a:pt x="9812" y="7416"/>
                    <a:pt x="9535" y="7693"/>
                  </a:cubicBezTo>
                  <a:lnTo>
                    <a:pt x="9174" y="8054"/>
                  </a:lnTo>
                  <a:lnTo>
                    <a:pt x="9112" y="8034"/>
                  </a:lnTo>
                  <a:lnTo>
                    <a:pt x="8871" y="7356"/>
                  </a:lnTo>
                  <a:cubicBezTo>
                    <a:pt x="8845" y="7281"/>
                    <a:pt x="8786" y="7223"/>
                    <a:pt x="8711" y="7197"/>
                  </a:cubicBezTo>
                  <a:lnTo>
                    <a:pt x="8024" y="6961"/>
                  </a:lnTo>
                  <a:lnTo>
                    <a:pt x="7804" y="6417"/>
                  </a:lnTo>
                  <a:lnTo>
                    <a:pt x="13651" y="554"/>
                  </a:lnTo>
                  <a:lnTo>
                    <a:pt x="13659" y="546"/>
                  </a:lnTo>
                  <a:lnTo>
                    <a:pt x="13663" y="541"/>
                  </a:lnTo>
                  <a:lnTo>
                    <a:pt x="17687" y="4520"/>
                  </a:lnTo>
                  <a:lnTo>
                    <a:pt x="16746" y="5463"/>
                  </a:lnTo>
                  <a:cubicBezTo>
                    <a:pt x="16644" y="5565"/>
                    <a:pt x="16644" y="5730"/>
                    <a:pt x="16746" y="5831"/>
                  </a:cubicBezTo>
                  <a:cubicBezTo>
                    <a:pt x="16797" y="5881"/>
                    <a:pt x="16863" y="5907"/>
                    <a:pt x="16930" y="5907"/>
                  </a:cubicBezTo>
                  <a:cubicBezTo>
                    <a:pt x="16996" y="5907"/>
                    <a:pt x="17063" y="5881"/>
                    <a:pt x="17113" y="5831"/>
                  </a:cubicBezTo>
                  <a:lnTo>
                    <a:pt x="18088" y="4853"/>
                  </a:lnTo>
                  <a:cubicBezTo>
                    <a:pt x="18178" y="4764"/>
                    <a:pt x="18227" y="4644"/>
                    <a:pt x="18227" y="4518"/>
                  </a:cubicBezTo>
                  <a:cubicBezTo>
                    <a:pt x="18228" y="4391"/>
                    <a:pt x="18178" y="4271"/>
                    <a:pt x="18088" y="4182"/>
                  </a:cubicBezTo>
                  <a:lnTo>
                    <a:pt x="13998" y="137"/>
                  </a:lnTo>
                  <a:cubicBezTo>
                    <a:pt x="13906" y="46"/>
                    <a:pt x="13785" y="1"/>
                    <a:pt x="136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8" name="Google Shape;1218;p83"/>
            <p:cNvSpPr/>
            <p:nvPr/>
          </p:nvSpPr>
          <p:spPr>
            <a:xfrm>
              <a:off x="4899825" y="1808175"/>
              <a:ext cx="1725" cy="1725"/>
            </a:xfrm>
            <a:custGeom>
              <a:rect b="b" l="l" r="r" t="t"/>
              <a:pathLst>
                <a:path extrusionOk="0" h="69" w="69">
                  <a:moveTo>
                    <a:pt x="69" y="0"/>
                  </a:moveTo>
                  <a:lnTo>
                    <a:pt x="1" y="6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19" name="Google Shape;1219;p83"/>
            <p:cNvSpPr/>
            <p:nvPr/>
          </p:nvSpPr>
          <p:spPr>
            <a:xfrm>
              <a:off x="4897200" y="1812400"/>
              <a:ext cx="125" cy="125"/>
            </a:xfrm>
            <a:custGeom>
              <a:rect b="b" l="l" r="r" t="t"/>
              <a:pathLst>
                <a:path extrusionOk="0" h="5" w="5">
                  <a:moveTo>
                    <a:pt x="5" y="0"/>
                  </a:moveTo>
                  <a:lnTo>
                    <a:pt x="1" y="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20" name="Google Shape;1220;p83"/>
            <p:cNvSpPr/>
            <p:nvPr/>
          </p:nvSpPr>
          <p:spPr>
            <a:xfrm>
              <a:off x="4907500" y="1799775"/>
              <a:ext cx="2425" cy="2400"/>
            </a:xfrm>
            <a:custGeom>
              <a:rect b="b" l="l" r="r" t="t"/>
              <a:pathLst>
                <a:path extrusionOk="0" h="96" w="97">
                  <a:moveTo>
                    <a:pt x="96" y="1"/>
                  </a:moveTo>
                  <a:lnTo>
                    <a:pt x="0" y="9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21" name="Google Shape;1221;p83"/>
            <p:cNvSpPr/>
            <p:nvPr/>
          </p:nvSpPr>
          <p:spPr>
            <a:xfrm>
              <a:off x="4901500" y="1805450"/>
              <a:ext cx="2750" cy="2750"/>
            </a:xfrm>
            <a:custGeom>
              <a:rect b="b" l="l" r="r" t="t"/>
              <a:pathLst>
                <a:path extrusionOk="0" h="110" w="110">
                  <a:moveTo>
                    <a:pt x="110" y="0"/>
                  </a:moveTo>
                  <a:lnTo>
                    <a:pt x="1" y="10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22" name="Google Shape;1222;p83"/>
            <p:cNvSpPr/>
            <p:nvPr/>
          </p:nvSpPr>
          <p:spPr>
            <a:xfrm>
              <a:off x="4909900" y="1798000"/>
              <a:ext cx="1800" cy="1800"/>
            </a:xfrm>
            <a:custGeom>
              <a:rect b="b" l="l" r="r" t="t"/>
              <a:pathLst>
                <a:path extrusionOk="0" h="72" w="72">
                  <a:moveTo>
                    <a:pt x="71" y="1"/>
                  </a:moveTo>
                  <a:lnTo>
                    <a:pt x="0" y="7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23" name="Google Shape;1223;p83"/>
            <p:cNvSpPr/>
            <p:nvPr/>
          </p:nvSpPr>
          <p:spPr>
            <a:xfrm>
              <a:off x="4905950" y="1802150"/>
              <a:ext cx="1575" cy="1575"/>
            </a:xfrm>
            <a:custGeom>
              <a:rect b="b" l="l" r="r" t="t"/>
              <a:pathLst>
                <a:path extrusionOk="0" h="63" w="63">
                  <a:moveTo>
                    <a:pt x="62" y="0"/>
                  </a:moveTo>
                  <a:lnTo>
                    <a:pt x="1" y="6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24" name="Google Shape;1224;p83"/>
            <p:cNvSpPr/>
            <p:nvPr/>
          </p:nvSpPr>
          <p:spPr>
            <a:xfrm>
              <a:off x="4904250" y="1803700"/>
              <a:ext cx="1725" cy="1775"/>
            </a:xfrm>
            <a:custGeom>
              <a:rect b="b" l="l" r="r" t="t"/>
              <a:pathLst>
                <a:path extrusionOk="0" h="71" w="69">
                  <a:moveTo>
                    <a:pt x="69" y="0"/>
                  </a:moveTo>
                  <a:lnTo>
                    <a:pt x="1" y="70"/>
                  </a:lnTo>
                  <a:cubicBezTo>
                    <a:pt x="22" y="49"/>
                    <a:pt x="45" y="25"/>
                    <a:pt x="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1225" name="Google Shape;1225;p83"/>
          <p:cNvGrpSpPr/>
          <p:nvPr/>
        </p:nvGrpSpPr>
        <p:grpSpPr>
          <a:xfrm>
            <a:off x="1699382" y="1587755"/>
            <a:ext cx="1510668" cy="2626594"/>
            <a:chOff x="618820" y="1574026"/>
            <a:chExt cx="1418334" cy="2315199"/>
          </a:xfrm>
        </p:grpSpPr>
        <p:cxnSp>
          <p:nvCxnSpPr>
            <p:cNvPr id="1226" name="Google Shape;1226;p83"/>
            <p:cNvCxnSpPr/>
            <p:nvPr/>
          </p:nvCxnSpPr>
          <p:spPr>
            <a:xfrm>
              <a:off x="1299277"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227" name="Google Shape;1227;p83"/>
            <p:cNvSpPr/>
            <p:nvPr/>
          </p:nvSpPr>
          <p:spPr>
            <a:xfrm flipH="1">
              <a:off x="618820"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228" name="Google Shape;1228;p83"/>
            <p:cNvSpPr/>
            <p:nvPr/>
          </p:nvSpPr>
          <p:spPr>
            <a:xfrm>
              <a:off x="619055"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9" name="Google Shape;1229;p83"/>
            <p:cNvGrpSpPr/>
            <p:nvPr/>
          </p:nvGrpSpPr>
          <p:grpSpPr>
            <a:xfrm>
              <a:off x="624877" y="1574026"/>
              <a:ext cx="1271483" cy="2315199"/>
              <a:chOff x="1219835" y="1574026"/>
              <a:chExt cx="1271483" cy="2315199"/>
            </a:xfrm>
          </p:grpSpPr>
          <p:sp>
            <p:nvSpPr>
              <p:cNvPr id="1230" name="Google Shape;1230;p83"/>
              <p:cNvSpPr txBox="1"/>
              <p:nvPr/>
            </p:nvSpPr>
            <p:spPr>
              <a:xfrm>
                <a:off x="1321858" y="2695025"/>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7</a:t>
                </a:r>
                <a:endParaRPr b="1" sz="1000">
                  <a:solidFill>
                    <a:srgbClr val="0C57D3"/>
                  </a:solidFill>
                  <a:latin typeface="Roboto"/>
                  <a:ea typeface="Roboto"/>
                  <a:cs typeface="Roboto"/>
                  <a:sym typeface="Roboto"/>
                </a:endParaRPr>
              </a:p>
            </p:txBody>
          </p:sp>
          <p:sp>
            <p:nvSpPr>
              <p:cNvPr id="1231" name="Google Shape;1231;p83"/>
              <p:cNvSpPr txBox="1"/>
              <p:nvPr/>
            </p:nvSpPr>
            <p:spPr>
              <a:xfrm>
                <a:off x="1324018" y="3151825"/>
                <a:ext cx="11673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 sz="900">
                    <a:solidFill>
                      <a:srgbClr val="87A1D5"/>
                    </a:solidFill>
                    <a:latin typeface="Times New Roman"/>
                    <a:ea typeface="Times New Roman"/>
                    <a:cs typeface="Times New Roman"/>
                    <a:sym typeface="Times New Roman"/>
                  </a:rPr>
                  <a:t>Develop UI wireframes/mockups,</a:t>
                </a:r>
                <a:endParaRPr sz="900">
                  <a:solidFill>
                    <a:srgbClr val="87A1D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lang="en" sz="900">
                    <a:solidFill>
                      <a:srgbClr val="87A1D5"/>
                    </a:solidFill>
                    <a:latin typeface="Times New Roman"/>
                    <a:ea typeface="Times New Roman"/>
                    <a:cs typeface="Times New Roman"/>
                    <a:sym typeface="Times New Roman"/>
                  </a:rPr>
                  <a:t>build a working prototype with dummy data</a:t>
                </a:r>
                <a:endParaRPr sz="900">
                  <a:solidFill>
                    <a:srgbClr val="87A1D5"/>
                  </a:solidFill>
                  <a:latin typeface="Times New Roman"/>
                  <a:ea typeface="Times New Roman"/>
                  <a:cs typeface="Times New Roman"/>
                  <a:sym typeface="Times New Roman"/>
                </a:endParaRPr>
              </a:p>
            </p:txBody>
          </p:sp>
          <p:sp>
            <p:nvSpPr>
              <p:cNvPr id="1232" name="Google Shape;1232;p83"/>
              <p:cNvSpPr txBox="1"/>
              <p:nvPr/>
            </p:nvSpPr>
            <p:spPr>
              <a:xfrm>
                <a:off x="1219835" y="1574026"/>
                <a:ext cx="718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0C57D3"/>
                    </a:solidFill>
                    <a:latin typeface="Roboto"/>
                    <a:ea typeface="Roboto"/>
                    <a:cs typeface="Roboto"/>
                    <a:sym typeface="Roboto"/>
                  </a:rPr>
                  <a:t>4/6 - 4/10</a:t>
                </a:r>
                <a:endParaRPr sz="800">
                  <a:solidFill>
                    <a:srgbClr val="0C57D3"/>
                  </a:solidFill>
                  <a:latin typeface="Roboto"/>
                  <a:ea typeface="Roboto"/>
                  <a:cs typeface="Roboto"/>
                  <a:sym typeface="Roboto"/>
                </a:endParaRPr>
              </a:p>
            </p:txBody>
          </p:sp>
        </p:grpSp>
      </p:grpSp>
      <p:grpSp>
        <p:nvGrpSpPr>
          <p:cNvPr id="1233" name="Google Shape;1233;p83"/>
          <p:cNvGrpSpPr/>
          <p:nvPr/>
        </p:nvGrpSpPr>
        <p:grpSpPr>
          <a:xfrm>
            <a:off x="3019073" y="1587557"/>
            <a:ext cx="1624366" cy="2626600"/>
            <a:chOff x="1863927" y="1575825"/>
            <a:chExt cx="1471480" cy="2315205"/>
          </a:xfrm>
        </p:grpSpPr>
        <p:cxnSp>
          <p:nvCxnSpPr>
            <p:cNvPr id="1234" name="Google Shape;1234;p83"/>
            <p:cNvCxnSpPr/>
            <p:nvPr/>
          </p:nvCxnSpPr>
          <p:spPr>
            <a:xfrm>
              <a:off x="2597529"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235" name="Google Shape;1235;p83"/>
            <p:cNvSpPr/>
            <p:nvPr/>
          </p:nvSpPr>
          <p:spPr>
            <a:xfrm flipH="1">
              <a:off x="1917073"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236" name="Google Shape;1236;p83"/>
            <p:cNvSpPr/>
            <p:nvPr/>
          </p:nvSpPr>
          <p:spPr>
            <a:xfrm>
              <a:off x="1917307"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83"/>
            <p:cNvSpPr txBox="1"/>
            <p:nvPr/>
          </p:nvSpPr>
          <p:spPr>
            <a:xfrm>
              <a:off x="202156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8</a:t>
              </a:r>
              <a:endParaRPr b="1" sz="1000">
                <a:solidFill>
                  <a:srgbClr val="0C57D3"/>
                </a:solidFill>
                <a:latin typeface="Roboto"/>
                <a:ea typeface="Roboto"/>
                <a:cs typeface="Roboto"/>
                <a:sym typeface="Roboto"/>
              </a:endParaRPr>
            </a:p>
          </p:txBody>
        </p:sp>
        <p:sp>
          <p:nvSpPr>
            <p:cNvPr id="1238" name="Google Shape;1238;p83"/>
            <p:cNvSpPr txBox="1"/>
            <p:nvPr/>
          </p:nvSpPr>
          <p:spPr>
            <a:xfrm>
              <a:off x="2023720" y="3153630"/>
              <a:ext cx="11673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87A1D5"/>
                  </a:solidFill>
                  <a:latin typeface="Times New Roman"/>
                  <a:ea typeface="Times New Roman"/>
                  <a:cs typeface="Times New Roman"/>
                  <a:sym typeface="Times New Roman"/>
                </a:rPr>
                <a:t>Connect ML model, API, database, and frontend</a:t>
              </a:r>
              <a:endParaRPr sz="900">
                <a:solidFill>
                  <a:srgbClr val="87A1D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900">
                <a:solidFill>
                  <a:srgbClr val="87A1D5"/>
                </a:solidFill>
                <a:latin typeface="Times New Roman"/>
                <a:ea typeface="Times New Roman"/>
                <a:cs typeface="Times New Roman"/>
                <a:sym typeface="Times New Roman"/>
              </a:endParaRPr>
            </a:p>
          </p:txBody>
        </p:sp>
        <p:sp>
          <p:nvSpPr>
            <p:cNvPr id="1239" name="Google Shape;1239;p83"/>
            <p:cNvSpPr txBox="1"/>
            <p:nvPr/>
          </p:nvSpPr>
          <p:spPr>
            <a:xfrm>
              <a:off x="1863927" y="1575825"/>
              <a:ext cx="7740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sz="800">
                  <a:solidFill>
                    <a:srgbClr val="0C57D3"/>
                  </a:solidFill>
                  <a:latin typeface="Roboto"/>
                  <a:ea typeface="Roboto"/>
                  <a:cs typeface="Roboto"/>
                  <a:sym typeface="Roboto"/>
                </a:rPr>
                <a:t>4/11 - 4/17</a:t>
              </a:r>
              <a:endParaRPr sz="800">
                <a:solidFill>
                  <a:srgbClr val="0C57D3"/>
                </a:solidFill>
                <a:latin typeface="Roboto"/>
                <a:ea typeface="Roboto"/>
                <a:cs typeface="Roboto"/>
                <a:sym typeface="Roboto"/>
              </a:endParaRPr>
            </a:p>
            <a:p>
              <a:pPr indent="0" lvl="0" marL="0" rtl="0" algn="r">
                <a:lnSpc>
                  <a:spcPct val="115000"/>
                </a:lnSpc>
                <a:spcBef>
                  <a:spcPts val="1600"/>
                </a:spcBef>
                <a:spcAft>
                  <a:spcPts val="1600"/>
                </a:spcAft>
                <a:buNone/>
              </a:pPr>
              <a:r>
                <a:t/>
              </a:r>
              <a:endParaRPr sz="800">
                <a:solidFill>
                  <a:srgbClr val="0C57D3"/>
                </a:solidFill>
                <a:latin typeface="Roboto"/>
                <a:ea typeface="Roboto"/>
                <a:cs typeface="Roboto"/>
                <a:sym typeface="Roboto"/>
              </a:endParaRPr>
            </a:p>
          </p:txBody>
        </p:sp>
      </p:grpSp>
      <p:grpSp>
        <p:nvGrpSpPr>
          <p:cNvPr id="1240" name="Google Shape;1240;p83"/>
          <p:cNvGrpSpPr/>
          <p:nvPr/>
        </p:nvGrpSpPr>
        <p:grpSpPr>
          <a:xfrm>
            <a:off x="8607868" y="1242620"/>
            <a:ext cx="577221" cy="573207"/>
            <a:chOff x="4632600" y="1721775"/>
            <a:chExt cx="455725" cy="403525"/>
          </a:xfrm>
        </p:grpSpPr>
        <p:sp>
          <p:nvSpPr>
            <p:cNvPr id="1241" name="Google Shape;1241;p83"/>
            <p:cNvSpPr/>
            <p:nvPr/>
          </p:nvSpPr>
          <p:spPr>
            <a:xfrm>
              <a:off x="4940400" y="1791475"/>
              <a:ext cx="77075" cy="55275"/>
            </a:xfrm>
            <a:custGeom>
              <a:rect b="b" l="l" r="r" t="t"/>
              <a:pathLst>
                <a:path extrusionOk="0" h="2211" w="3083">
                  <a:moveTo>
                    <a:pt x="1988" y="597"/>
                  </a:moveTo>
                  <a:lnTo>
                    <a:pt x="2294" y="901"/>
                  </a:lnTo>
                  <a:cubicBezTo>
                    <a:pt x="2473" y="1076"/>
                    <a:pt x="2483" y="1286"/>
                    <a:pt x="2272" y="1500"/>
                  </a:cubicBezTo>
                  <a:lnTo>
                    <a:pt x="2240" y="1533"/>
                  </a:lnTo>
                  <a:cubicBezTo>
                    <a:pt x="2131" y="1643"/>
                    <a:pt x="2022" y="1695"/>
                    <a:pt x="1918" y="1695"/>
                  </a:cubicBezTo>
                  <a:cubicBezTo>
                    <a:pt x="1820" y="1695"/>
                    <a:pt x="1726" y="1649"/>
                    <a:pt x="1639" y="1564"/>
                  </a:cubicBezTo>
                  <a:lnTo>
                    <a:pt x="1334" y="1260"/>
                  </a:lnTo>
                  <a:lnTo>
                    <a:pt x="1988" y="597"/>
                  </a:lnTo>
                  <a:close/>
                  <a:moveTo>
                    <a:pt x="1934" y="1"/>
                  </a:moveTo>
                  <a:cubicBezTo>
                    <a:pt x="1895" y="1"/>
                    <a:pt x="1860" y="15"/>
                    <a:pt x="1834" y="41"/>
                  </a:cubicBezTo>
                  <a:lnTo>
                    <a:pt x="73" y="1822"/>
                  </a:lnTo>
                  <a:cubicBezTo>
                    <a:pt x="0" y="1897"/>
                    <a:pt x="51" y="2022"/>
                    <a:pt x="140" y="2111"/>
                  </a:cubicBezTo>
                  <a:cubicBezTo>
                    <a:pt x="199" y="2168"/>
                    <a:pt x="275" y="2210"/>
                    <a:pt x="342" y="2210"/>
                  </a:cubicBezTo>
                  <a:cubicBezTo>
                    <a:pt x="375" y="2210"/>
                    <a:pt x="405" y="2200"/>
                    <a:pt x="430" y="2176"/>
                  </a:cubicBezTo>
                  <a:lnTo>
                    <a:pt x="1058" y="1539"/>
                  </a:lnTo>
                  <a:lnTo>
                    <a:pt x="1364" y="1843"/>
                  </a:lnTo>
                  <a:cubicBezTo>
                    <a:pt x="1559" y="2035"/>
                    <a:pt x="1779" y="2155"/>
                    <a:pt x="2010" y="2155"/>
                  </a:cubicBezTo>
                  <a:cubicBezTo>
                    <a:pt x="2210" y="2155"/>
                    <a:pt x="2417" y="2066"/>
                    <a:pt x="2623" y="1857"/>
                  </a:cubicBezTo>
                  <a:lnTo>
                    <a:pt x="2640" y="1841"/>
                  </a:lnTo>
                  <a:cubicBezTo>
                    <a:pt x="3083" y="1392"/>
                    <a:pt x="2975" y="954"/>
                    <a:pt x="2627" y="610"/>
                  </a:cubicBezTo>
                  <a:lnTo>
                    <a:pt x="2076" y="65"/>
                  </a:lnTo>
                  <a:cubicBezTo>
                    <a:pt x="2031" y="21"/>
                    <a:pt x="1980" y="1"/>
                    <a:pt x="19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2" name="Google Shape;1242;p83"/>
            <p:cNvSpPr/>
            <p:nvPr/>
          </p:nvSpPr>
          <p:spPr>
            <a:xfrm>
              <a:off x="4921600" y="1779675"/>
              <a:ext cx="8375" cy="8350"/>
            </a:xfrm>
            <a:custGeom>
              <a:rect b="b" l="l" r="r" t="t"/>
              <a:pathLst>
                <a:path extrusionOk="0" h="334" w="335">
                  <a:moveTo>
                    <a:pt x="334" y="0"/>
                  </a:moveTo>
                  <a:lnTo>
                    <a:pt x="1" y="33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3" name="Google Shape;1243;p83"/>
            <p:cNvSpPr/>
            <p:nvPr/>
          </p:nvSpPr>
          <p:spPr>
            <a:xfrm>
              <a:off x="4929950" y="1778825"/>
              <a:ext cx="850" cy="875"/>
            </a:xfrm>
            <a:custGeom>
              <a:rect b="b" l="l" r="r" t="t"/>
              <a:pathLst>
                <a:path extrusionOk="0" h="35" w="34">
                  <a:moveTo>
                    <a:pt x="33" y="1"/>
                  </a:moveTo>
                  <a:lnTo>
                    <a:pt x="0" y="3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4" name="Google Shape;1244;p83"/>
            <p:cNvSpPr/>
            <p:nvPr/>
          </p:nvSpPr>
          <p:spPr>
            <a:xfrm>
              <a:off x="4912250" y="1793575"/>
              <a:ext cx="3850" cy="3800"/>
            </a:xfrm>
            <a:custGeom>
              <a:rect b="b" l="l" r="r" t="t"/>
              <a:pathLst>
                <a:path extrusionOk="0" h="152" w="154">
                  <a:moveTo>
                    <a:pt x="153" y="0"/>
                  </a:moveTo>
                  <a:lnTo>
                    <a:pt x="1" y="152"/>
                  </a:lnTo>
                  <a:cubicBezTo>
                    <a:pt x="50" y="103"/>
                    <a:pt x="102" y="53"/>
                    <a:pt x="15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5" name="Google Shape;1245;p83"/>
            <p:cNvSpPr/>
            <p:nvPr/>
          </p:nvSpPr>
          <p:spPr>
            <a:xfrm>
              <a:off x="4919600" y="1788000"/>
              <a:ext cx="2050" cy="2050"/>
            </a:xfrm>
            <a:custGeom>
              <a:rect b="b" l="l" r="r" t="t"/>
              <a:pathLst>
                <a:path extrusionOk="0" h="82" w="82">
                  <a:moveTo>
                    <a:pt x="82" y="0"/>
                  </a:moveTo>
                  <a:lnTo>
                    <a:pt x="0" y="8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6" name="Google Shape;1246;p83"/>
            <p:cNvSpPr/>
            <p:nvPr/>
          </p:nvSpPr>
          <p:spPr>
            <a:xfrm>
              <a:off x="4917025" y="1790025"/>
              <a:ext cx="2600" cy="2600"/>
            </a:xfrm>
            <a:custGeom>
              <a:rect b="b" l="l" r="r" t="t"/>
              <a:pathLst>
                <a:path extrusionOk="0" h="104" w="104">
                  <a:moveTo>
                    <a:pt x="103" y="0"/>
                  </a:moveTo>
                  <a:lnTo>
                    <a:pt x="0" y="10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7" name="Google Shape;1247;p83"/>
            <p:cNvSpPr/>
            <p:nvPr/>
          </p:nvSpPr>
          <p:spPr>
            <a:xfrm>
              <a:off x="4916075" y="1792600"/>
              <a:ext cx="975" cy="1000"/>
            </a:xfrm>
            <a:custGeom>
              <a:rect b="b" l="l" r="r" t="t"/>
              <a:pathLst>
                <a:path extrusionOk="0" h="40" w="39">
                  <a:moveTo>
                    <a:pt x="38" y="0"/>
                  </a:moveTo>
                  <a:lnTo>
                    <a:pt x="0" y="3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8" name="Google Shape;1248;p83"/>
            <p:cNvSpPr/>
            <p:nvPr/>
          </p:nvSpPr>
          <p:spPr>
            <a:xfrm>
              <a:off x="4935675" y="1766850"/>
              <a:ext cx="7050" cy="7050"/>
            </a:xfrm>
            <a:custGeom>
              <a:rect b="b" l="l" r="r" t="t"/>
              <a:pathLst>
                <a:path extrusionOk="0" h="282" w="282">
                  <a:moveTo>
                    <a:pt x="282" y="1"/>
                  </a:moveTo>
                  <a:lnTo>
                    <a:pt x="1" y="28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49" name="Google Shape;1249;p83"/>
            <p:cNvSpPr/>
            <p:nvPr/>
          </p:nvSpPr>
          <p:spPr>
            <a:xfrm>
              <a:off x="4971600" y="1737800"/>
              <a:ext cx="100" cy="100"/>
            </a:xfrm>
            <a:custGeom>
              <a:rect b="b" l="l" r="r" t="t"/>
              <a:pathLst>
                <a:path extrusionOk="0" h="4" w="4">
                  <a:moveTo>
                    <a:pt x="3" y="0"/>
                  </a:moveTo>
                  <a:lnTo>
                    <a:pt x="0" y="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0" name="Google Shape;1250;p83"/>
            <p:cNvSpPr/>
            <p:nvPr/>
          </p:nvSpPr>
          <p:spPr>
            <a:xfrm>
              <a:off x="4974100" y="1735300"/>
              <a:ext cx="100" cy="125"/>
            </a:xfrm>
            <a:custGeom>
              <a:rect b="b" l="l" r="r" t="t"/>
              <a:pathLst>
                <a:path extrusionOk="0" h="5" w="4">
                  <a:moveTo>
                    <a:pt x="3" y="0"/>
                  </a:moveTo>
                  <a:lnTo>
                    <a:pt x="0" y="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1" name="Google Shape;1251;p83"/>
            <p:cNvSpPr/>
            <p:nvPr/>
          </p:nvSpPr>
          <p:spPr>
            <a:xfrm>
              <a:off x="4971675" y="1735650"/>
              <a:ext cx="2150" cy="2225"/>
            </a:xfrm>
            <a:custGeom>
              <a:rect b="b" l="l" r="r" t="t"/>
              <a:pathLst>
                <a:path extrusionOk="0" h="89" w="86">
                  <a:moveTo>
                    <a:pt x="86" y="1"/>
                  </a:moveTo>
                  <a:lnTo>
                    <a:pt x="62" y="25"/>
                  </a:lnTo>
                  <a:lnTo>
                    <a:pt x="62" y="25"/>
                  </a:lnTo>
                  <a:cubicBezTo>
                    <a:pt x="72" y="15"/>
                    <a:pt x="80" y="7"/>
                    <a:pt x="86" y="1"/>
                  </a:cubicBezTo>
                  <a:close/>
                  <a:moveTo>
                    <a:pt x="62" y="25"/>
                  </a:moveTo>
                  <a:lnTo>
                    <a:pt x="62" y="25"/>
                  </a:lnTo>
                  <a:cubicBezTo>
                    <a:pt x="46" y="41"/>
                    <a:pt x="25" y="62"/>
                    <a:pt x="0" y="88"/>
                  </a:cubicBezTo>
                  <a:lnTo>
                    <a:pt x="62" y="2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2" name="Google Shape;1252;p83"/>
            <p:cNvSpPr/>
            <p:nvPr/>
          </p:nvSpPr>
          <p:spPr>
            <a:xfrm>
              <a:off x="4942700" y="1766400"/>
              <a:ext cx="475" cy="475"/>
            </a:xfrm>
            <a:custGeom>
              <a:rect b="b" l="l" r="r" t="t"/>
              <a:pathLst>
                <a:path extrusionOk="0" h="19" w="19">
                  <a:moveTo>
                    <a:pt x="18" y="0"/>
                  </a:moveTo>
                  <a:lnTo>
                    <a:pt x="1" y="1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3" name="Google Shape;1253;p83"/>
            <p:cNvSpPr/>
            <p:nvPr/>
          </p:nvSpPr>
          <p:spPr>
            <a:xfrm>
              <a:off x="4943200" y="1737900"/>
              <a:ext cx="28425" cy="28525"/>
            </a:xfrm>
            <a:custGeom>
              <a:rect b="b" l="l" r="r" t="t"/>
              <a:pathLst>
                <a:path extrusionOk="0" h="1141" w="1137">
                  <a:moveTo>
                    <a:pt x="1136" y="0"/>
                  </a:moveTo>
                  <a:cubicBezTo>
                    <a:pt x="939" y="196"/>
                    <a:pt x="491" y="647"/>
                    <a:pt x="0" y="1140"/>
                  </a:cubicBezTo>
                  <a:lnTo>
                    <a:pt x="11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4" name="Google Shape;1254;p83"/>
            <p:cNvSpPr/>
            <p:nvPr/>
          </p:nvSpPr>
          <p:spPr>
            <a:xfrm>
              <a:off x="4930775" y="1773875"/>
              <a:ext cx="4925" cy="4975"/>
            </a:xfrm>
            <a:custGeom>
              <a:rect b="b" l="l" r="r" t="t"/>
              <a:pathLst>
                <a:path extrusionOk="0" h="199" w="197">
                  <a:moveTo>
                    <a:pt x="197" y="1"/>
                  </a:moveTo>
                  <a:lnTo>
                    <a:pt x="0" y="199"/>
                  </a:lnTo>
                  <a:cubicBezTo>
                    <a:pt x="66" y="133"/>
                    <a:pt x="132" y="68"/>
                    <a:pt x="1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5" name="Google Shape;1255;p83"/>
            <p:cNvSpPr/>
            <p:nvPr/>
          </p:nvSpPr>
          <p:spPr>
            <a:xfrm>
              <a:off x="4897600" y="1809950"/>
              <a:ext cx="2175" cy="2200"/>
            </a:xfrm>
            <a:custGeom>
              <a:rect b="b" l="l" r="r" t="t"/>
              <a:pathLst>
                <a:path extrusionOk="0" h="88" w="87">
                  <a:moveTo>
                    <a:pt x="87" y="0"/>
                  </a:moveTo>
                  <a:lnTo>
                    <a:pt x="87" y="0"/>
                  </a:lnTo>
                  <a:cubicBezTo>
                    <a:pt x="45" y="41"/>
                    <a:pt x="15" y="71"/>
                    <a:pt x="0" y="88"/>
                  </a:cubicBezTo>
                  <a:lnTo>
                    <a:pt x="8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6" name="Google Shape;1256;p83"/>
            <p:cNvSpPr/>
            <p:nvPr/>
          </p:nvSpPr>
          <p:spPr>
            <a:xfrm>
              <a:off x="4899750" y="1809875"/>
              <a:ext cx="75" cy="100"/>
            </a:xfrm>
            <a:custGeom>
              <a:rect b="b" l="l" r="r" t="t"/>
              <a:pathLst>
                <a:path extrusionOk="0" h="4" w="3">
                  <a:moveTo>
                    <a:pt x="3" y="0"/>
                  </a:moveTo>
                  <a:cubicBezTo>
                    <a:pt x="2" y="0"/>
                    <a:pt x="1" y="2"/>
                    <a:pt x="1" y="3"/>
                  </a:cubicBezTo>
                  <a:lnTo>
                    <a:pt x="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7" name="Google Shape;1257;p83"/>
            <p:cNvSpPr/>
            <p:nvPr/>
          </p:nvSpPr>
          <p:spPr>
            <a:xfrm>
              <a:off x="4897300" y="1812125"/>
              <a:ext cx="275" cy="300"/>
            </a:xfrm>
            <a:custGeom>
              <a:rect b="b" l="l" r="r" t="t"/>
              <a:pathLst>
                <a:path extrusionOk="0" h="12" w="11">
                  <a:moveTo>
                    <a:pt x="11" y="1"/>
                  </a:moveTo>
                  <a:lnTo>
                    <a:pt x="1" y="1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8" name="Google Shape;1258;p83"/>
            <p:cNvSpPr/>
            <p:nvPr/>
          </p:nvSpPr>
          <p:spPr>
            <a:xfrm>
              <a:off x="4911675" y="1797350"/>
              <a:ext cx="650" cy="675"/>
            </a:xfrm>
            <a:custGeom>
              <a:rect b="b" l="l" r="r" t="t"/>
              <a:pathLst>
                <a:path extrusionOk="0" h="27" w="26">
                  <a:moveTo>
                    <a:pt x="26" y="1"/>
                  </a:moveTo>
                  <a:lnTo>
                    <a:pt x="0" y="27"/>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59" name="Google Shape;1259;p83"/>
            <p:cNvSpPr/>
            <p:nvPr/>
          </p:nvSpPr>
          <p:spPr>
            <a:xfrm>
              <a:off x="4632600" y="1721775"/>
              <a:ext cx="455725" cy="403525"/>
            </a:xfrm>
            <a:custGeom>
              <a:rect b="b" l="l" r="r" t="t"/>
              <a:pathLst>
                <a:path extrusionOk="0" h="16141" w="18229">
                  <a:moveTo>
                    <a:pt x="7716" y="7405"/>
                  </a:moveTo>
                  <a:cubicBezTo>
                    <a:pt x="7724" y="7409"/>
                    <a:pt x="7733" y="7412"/>
                    <a:pt x="7741" y="7415"/>
                  </a:cubicBezTo>
                  <a:lnTo>
                    <a:pt x="8422" y="7648"/>
                  </a:lnTo>
                  <a:lnTo>
                    <a:pt x="8663" y="8326"/>
                  </a:lnTo>
                  <a:cubicBezTo>
                    <a:pt x="8683" y="8382"/>
                    <a:pt x="8721" y="8428"/>
                    <a:pt x="8770" y="8459"/>
                  </a:cubicBezTo>
                  <a:lnTo>
                    <a:pt x="8440" y="8790"/>
                  </a:lnTo>
                  <a:cubicBezTo>
                    <a:pt x="8366" y="8863"/>
                    <a:pt x="8268" y="8903"/>
                    <a:pt x="8163" y="8903"/>
                  </a:cubicBezTo>
                  <a:lnTo>
                    <a:pt x="8154" y="8903"/>
                  </a:lnTo>
                  <a:cubicBezTo>
                    <a:pt x="7999" y="8903"/>
                    <a:pt x="7778" y="8730"/>
                    <a:pt x="7716" y="8568"/>
                  </a:cubicBezTo>
                  <a:lnTo>
                    <a:pt x="7716" y="7405"/>
                  </a:lnTo>
                  <a:close/>
                  <a:moveTo>
                    <a:pt x="11882" y="8056"/>
                  </a:moveTo>
                  <a:cubicBezTo>
                    <a:pt x="12000" y="8056"/>
                    <a:pt x="12119" y="8089"/>
                    <a:pt x="12222" y="8156"/>
                  </a:cubicBezTo>
                  <a:lnTo>
                    <a:pt x="11259" y="9118"/>
                  </a:lnTo>
                  <a:lnTo>
                    <a:pt x="11048" y="8907"/>
                  </a:lnTo>
                  <a:cubicBezTo>
                    <a:pt x="10973" y="8831"/>
                    <a:pt x="10973" y="8707"/>
                    <a:pt x="11048" y="8631"/>
                  </a:cubicBezTo>
                  <a:lnTo>
                    <a:pt x="11441" y="8239"/>
                  </a:lnTo>
                  <a:cubicBezTo>
                    <a:pt x="11563" y="8116"/>
                    <a:pt x="11722" y="8056"/>
                    <a:pt x="11882" y="8056"/>
                  </a:cubicBezTo>
                  <a:close/>
                  <a:moveTo>
                    <a:pt x="3977" y="14206"/>
                  </a:moveTo>
                  <a:cubicBezTo>
                    <a:pt x="4093" y="14206"/>
                    <a:pt x="4189" y="14302"/>
                    <a:pt x="4189" y="14418"/>
                  </a:cubicBezTo>
                  <a:cubicBezTo>
                    <a:pt x="4189" y="14536"/>
                    <a:pt x="4093" y="14632"/>
                    <a:pt x="3977" y="14632"/>
                  </a:cubicBezTo>
                  <a:cubicBezTo>
                    <a:pt x="3859" y="14632"/>
                    <a:pt x="3764" y="14536"/>
                    <a:pt x="3764" y="14418"/>
                  </a:cubicBezTo>
                  <a:cubicBezTo>
                    <a:pt x="3764" y="14302"/>
                    <a:pt x="3859" y="14206"/>
                    <a:pt x="3977" y="14206"/>
                  </a:cubicBezTo>
                  <a:close/>
                  <a:moveTo>
                    <a:pt x="1562" y="11000"/>
                  </a:moveTo>
                  <a:cubicBezTo>
                    <a:pt x="1581" y="11000"/>
                    <a:pt x="1599" y="11007"/>
                    <a:pt x="1614" y="11021"/>
                  </a:cubicBezTo>
                  <a:lnTo>
                    <a:pt x="1852" y="11260"/>
                  </a:lnTo>
                  <a:lnTo>
                    <a:pt x="4461" y="13868"/>
                  </a:lnTo>
                  <a:cubicBezTo>
                    <a:pt x="4332" y="13753"/>
                    <a:pt x="4162" y="13684"/>
                    <a:pt x="3977" y="13684"/>
                  </a:cubicBezTo>
                  <a:cubicBezTo>
                    <a:pt x="3572" y="13684"/>
                    <a:pt x="3243" y="14014"/>
                    <a:pt x="3243" y="14417"/>
                  </a:cubicBezTo>
                  <a:cubicBezTo>
                    <a:pt x="3243" y="14822"/>
                    <a:pt x="3572" y="15152"/>
                    <a:pt x="3977" y="15152"/>
                  </a:cubicBezTo>
                  <a:cubicBezTo>
                    <a:pt x="4380" y="15152"/>
                    <a:pt x="4710" y="14822"/>
                    <a:pt x="4710" y="14417"/>
                  </a:cubicBezTo>
                  <a:cubicBezTo>
                    <a:pt x="4710" y="14232"/>
                    <a:pt x="4641" y="14063"/>
                    <a:pt x="4525" y="13934"/>
                  </a:cubicBezTo>
                  <a:lnTo>
                    <a:pt x="4525" y="13934"/>
                  </a:lnTo>
                  <a:lnTo>
                    <a:pt x="4881" y="14289"/>
                  </a:lnTo>
                  <a:lnTo>
                    <a:pt x="5121" y="14529"/>
                  </a:lnTo>
                  <a:cubicBezTo>
                    <a:pt x="5138" y="14546"/>
                    <a:pt x="5141" y="14566"/>
                    <a:pt x="5141" y="14580"/>
                  </a:cubicBezTo>
                  <a:cubicBezTo>
                    <a:pt x="5141" y="14595"/>
                    <a:pt x="5137" y="14615"/>
                    <a:pt x="5121" y="14632"/>
                  </a:cubicBezTo>
                  <a:lnTo>
                    <a:pt x="4153" y="15599"/>
                  </a:lnTo>
                  <a:cubicBezTo>
                    <a:pt x="4138" y="15613"/>
                    <a:pt x="4120" y="15620"/>
                    <a:pt x="4101" y="15620"/>
                  </a:cubicBezTo>
                  <a:cubicBezTo>
                    <a:pt x="4083" y="15620"/>
                    <a:pt x="4065" y="15613"/>
                    <a:pt x="4051" y="15599"/>
                  </a:cubicBezTo>
                  <a:lnTo>
                    <a:pt x="544" y="12092"/>
                  </a:lnTo>
                  <a:cubicBezTo>
                    <a:pt x="525" y="12074"/>
                    <a:pt x="523" y="12054"/>
                    <a:pt x="523" y="12040"/>
                  </a:cubicBezTo>
                  <a:cubicBezTo>
                    <a:pt x="523" y="12027"/>
                    <a:pt x="526" y="12007"/>
                    <a:pt x="544" y="11989"/>
                  </a:cubicBezTo>
                  <a:lnTo>
                    <a:pt x="1512" y="11021"/>
                  </a:lnTo>
                  <a:cubicBezTo>
                    <a:pt x="1526" y="11007"/>
                    <a:pt x="1544" y="11000"/>
                    <a:pt x="1562" y="11000"/>
                  </a:cubicBezTo>
                  <a:close/>
                  <a:moveTo>
                    <a:pt x="13665" y="1"/>
                  </a:moveTo>
                  <a:cubicBezTo>
                    <a:pt x="13543" y="1"/>
                    <a:pt x="13421" y="47"/>
                    <a:pt x="13328" y="140"/>
                  </a:cubicBezTo>
                  <a:lnTo>
                    <a:pt x="10306" y="3172"/>
                  </a:lnTo>
                  <a:cubicBezTo>
                    <a:pt x="9496" y="3081"/>
                    <a:pt x="8634" y="2979"/>
                    <a:pt x="8379" y="2948"/>
                  </a:cubicBezTo>
                  <a:cubicBezTo>
                    <a:pt x="8322" y="2941"/>
                    <a:pt x="8264" y="2937"/>
                    <a:pt x="8207" y="2937"/>
                  </a:cubicBezTo>
                  <a:cubicBezTo>
                    <a:pt x="7864" y="2937"/>
                    <a:pt x="7527" y="3057"/>
                    <a:pt x="7262" y="3276"/>
                  </a:cubicBezTo>
                  <a:lnTo>
                    <a:pt x="4912" y="5221"/>
                  </a:lnTo>
                  <a:cubicBezTo>
                    <a:pt x="4530" y="5536"/>
                    <a:pt x="4260" y="5955"/>
                    <a:pt x="4127" y="6434"/>
                  </a:cubicBezTo>
                  <a:cubicBezTo>
                    <a:pt x="4087" y="6580"/>
                    <a:pt x="4040" y="6743"/>
                    <a:pt x="3990" y="6918"/>
                  </a:cubicBezTo>
                  <a:cubicBezTo>
                    <a:pt x="3951" y="7057"/>
                    <a:pt x="4031" y="7201"/>
                    <a:pt x="4169" y="7240"/>
                  </a:cubicBezTo>
                  <a:cubicBezTo>
                    <a:pt x="4193" y="7247"/>
                    <a:pt x="4217" y="7250"/>
                    <a:pt x="4241" y="7250"/>
                  </a:cubicBezTo>
                  <a:cubicBezTo>
                    <a:pt x="4355" y="7250"/>
                    <a:pt x="4459" y="7175"/>
                    <a:pt x="4491" y="7061"/>
                  </a:cubicBezTo>
                  <a:cubicBezTo>
                    <a:pt x="4541" y="6885"/>
                    <a:pt x="4587" y="6719"/>
                    <a:pt x="4627" y="6573"/>
                  </a:cubicBezTo>
                  <a:cubicBezTo>
                    <a:pt x="4730" y="6199"/>
                    <a:pt x="4942" y="5871"/>
                    <a:pt x="5243" y="5624"/>
                  </a:cubicBezTo>
                  <a:lnTo>
                    <a:pt x="7593" y="3680"/>
                  </a:lnTo>
                  <a:cubicBezTo>
                    <a:pt x="7764" y="3538"/>
                    <a:pt x="7982" y="3461"/>
                    <a:pt x="8204" y="3461"/>
                  </a:cubicBezTo>
                  <a:cubicBezTo>
                    <a:pt x="8241" y="3461"/>
                    <a:pt x="8279" y="3463"/>
                    <a:pt x="8316" y="3468"/>
                  </a:cubicBezTo>
                  <a:cubicBezTo>
                    <a:pt x="8528" y="3493"/>
                    <a:pt x="9162" y="3568"/>
                    <a:pt x="9835" y="3646"/>
                  </a:cubicBezTo>
                  <a:lnTo>
                    <a:pt x="8448" y="5036"/>
                  </a:lnTo>
                  <a:lnTo>
                    <a:pt x="8417" y="5067"/>
                  </a:lnTo>
                  <a:lnTo>
                    <a:pt x="8343" y="5078"/>
                  </a:lnTo>
                  <a:cubicBezTo>
                    <a:pt x="8297" y="5085"/>
                    <a:pt x="8253" y="5105"/>
                    <a:pt x="8217" y="5135"/>
                  </a:cubicBezTo>
                  <a:lnTo>
                    <a:pt x="7292" y="5896"/>
                  </a:lnTo>
                  <a:cubicBezTo>
                    <a:pt x="7231" y="5945"/>
                    <a:pt x="7196" y="6020"/>
                    <a:pt x="7196" y="6097"/>
                  </a:cubicBezTo>
                  <a:lnTo>
                    <a:pt x="7196" y="8610"/>
                  </a:lnTo>
                  <a:cubicBezTo>
                    <a:pt x="7196" y="8634"/>
                    <a:pt x="7199" y="8656"/>
                    <a:pt x="7205" y="8677"/>
                  </a:cubicBezTo>
                  <a:cubicBezTo>
                    <a:pt x="7313" y="9077"/>
                    <a:pt x="7756" y="9427"/>
                    <a:pt x="8155" y="9427"/>
                  </a:cubicBezTo>
                  <a:lnTo>
                    <a:pt x="8164" y="9427"/>
                  </a:lnTo>
                  <a:cubicBezTo>
                    <a:pt x="8409" y="9427"/>
                    <a:pt x="8638" y="9332"/>
                    <a:pt x="8809" y="9160"/>
                  </a:cubicBezTo>
                  <a:lnTo>
                    <a:pt x="9429" y="8539"/>
                  </a:lnTo>
                  <a:lnTo>
                    <a:pt x="9905" y="8064"/>
                  </a:lnTo>
                  <a:cubicBezTo>
                    <a:pt x="10409" y="7560"/>
                    <a:pt x="11328" y="7175"/>
                    <a:pt x="12000" y="7175"/>
                  </a:cubicBezTo>
                  <a:cubicBezTo>
                    <a:pt x="12029" y="7175"/>
                    <a:pt x="12058" y="7176"/>
                    <a:pt x="12086" y="7177"/>
                  </a:cubicBezTo>
                  <a:lnTo>
                    <a:pt x="12087" y="7177"/>
                  </a:lnTo>
                  <a:cubicBezTo>
                    <a:pt x="12122" y="7178"/>
                    <a:pt x="12155" y="7182"/>
                    <a:pt x="12188" y="7185"/>
                  </a:cubicBezTo>
                  <a:cubicBezTo>
                    <a:pt x="12204" y="7189"/>
                    <a:pt x="12221" y="7191"/>
                    <a:pt x="12236" y="7194"/>
                  </a:cubicBezTo>
                  <a:lnTo>
                    <a:pt x="12237" y="7194"/>
                  </a:lnTo>
                  <a:cubicBezTo>
                    <a:pt x="12376" y="7219"/>
                    <a:pt x="12479" y="7270"/>
                    <a:pt x="12536" y="7339"/>
                  </a:cubicBezTo>
                  <a:cubicBezTo>
                    <a:pt x="12543" y="7347"/>
                    <a:pt x="12548" y="7353"/>
                    <a:pt x="12555" y="7359"/>
                  </a:cubicBezTo>
                  <a:cubicBezTo>
                    <a:pt x="12657" y="7461"/>
                    <a:pt x="12657" y="7545"/>
                    <a:pt x="12646" y="7606"/>
                  </a:cubicBezTo>
                  <a:cubicBezTo>
                    <a:pt x="12636" y="7656"/>
                    <a:pt x="12612" y="7710"/>
                    <a:pt x="12577" y="7767"/>
                  </a:cubicBezTo>
                  <a:cubicBezTo>
                    <a:pt x="12373" y="7612"/>
                    <a:pt x="12128" y="7535"/>
                    <a:pt x="11884" y="7535"/>
                  </a:cubicBezTo>
                  <a:cubicBezTo>
                    <a:pt x="11590" y="7535"/>
                    <a:pt x="11297" y="7646"/>
                    <a:pt x="11074" y="7869"/>
                  </a:cubicBezTo>
                  <a:lnTo>
                    <a:pt x="10681" y="8261"/>
                  </a:lnTo>
                  <a:cubicBezTo>
                    <a:pt x="10402" y="8541"/>
                    <a:pt x="10402" y="8996"/>
                    <a:pt x="10681" y="9275"/>
                  </a:cubicBezTo>
                  <a:lnTo>
                    <a:pt x="10892" y="9486"/>
                  </a:lnTo>
                  <a:lnTo>
                    <a:pt x="9825" y="10554"/>
                  </a:lnTo>
                  <a:cubicBezTo>
                    <a:pt x="9817" y="10562"/>
                    <a:pt x="9810" y="10568"/>
                    <a:pt x="9804" y="10577"/>
                  </a:cubicBezTo>
                  <a:lnTo>
                    <a:pt x="8914" y="11703"/>
                  </a:lnTo>
                  <a:cubicBezTo>
                    <a:pt x="8581" y="12122"/>
                    <a:pt x="8137" y="12436"/>
                    <a:pt x="7633" y="12610"/>
                  </a:cubicBezTo>
                  <a:lnTo>
                    <a:pt x="5877" y="13201"/>
                  </a:lnTo>
                  <a:cubicBezTo>
                    <a:pt x="5622" y="13276"/>
                    <a:pt x="5389" y="13415"/>
                    <a:pt x="5202" y="13603"/>
                  </a:cubicBezTo>
                  <a:lnTo>
                    <a:pt x="5065" y="13739"/>
                  </a:lnTo>
                  <a:lnTo>
                    <a:pt x="2403" y="11076"/>
                  </a:lnTo>
                  <a:lnTo>
                    <a:pt x="3447" y="10033"/>
                  </a:lnTo>
                  <a:cubicBezTo>
                    <a:pt x="3465" y="10015"/>
                    <a:pt x="3482" y="9993"/>
                    <a:pt x="3494" y="9970"/>
                  </a:cubicBezTo>
                  <a:cubicBezTo>
                    <a:pt x="3630" y="9710"/>
                    <a:pt x="3797" y="9282"/>
                    <a:pt x="3993" y="8693"/>
                  </a:cubicBezTo>
                  <a:cubicBezTo>
                    <a:pt x="4038" y="8557"/>
                    <a:pt x="3964" y="8409"/>
                    <a:pt x="3828" y="8363"/>
                  </a:cubicBezTo>
                  <a:cubicBezTo>
                    <a:pt x="3801" y="8355"/>
                    <a:pt x="3774" y="8350"/>
                    <a:pt x="3747" y="8350"/>
                  </a:cubicBezTo>
                  <a:cubicBezTo>
                    <a:pt x="3637" y="8350"/>
                    <a:pt x="3535" y="8419"/>
                    <a:pt x="3499" y="8528"/>
                  </a:cubicBezTo>
                  <a:cubicBezTo>
                    <a:pt x="3321" y="9062"/>
                    <a:pt x="3170" y="9454"/>
                    <a:pt x="3050" y="9694"/>
                  </a:cubicBezTo>
                  <a:lnTo>
                    <a:pt x="2036" y="10708"/>
                  </a:lnTo>
                  <a:lnTo>
                    <a:pt x="1981" y="10653"/>
                  </a:lnTo>
                  <a:cubicBezTo>
                    <a:pt x="1865" y="10537"/>
                    <a:pt x="1714" y="10479"/>
                    <a:pt x="1562" y="10479"/>
                  </a:cubicBezTo>
                  <a:cubicBezTo>
                    <a:pt x="1410" y="10479"/>
                    <a:pt x="1258" y="10537"/>
                    <a:pt x="1142" y="10653"/>
                  </a:cubicBezTo>
                  <a:lnTo>
                    <a:pt x="174" y="11621"/>
                  </a:lnTo>
                  <a:cubicBezTo>
                    <a:pt x="62" y="11733"/>
                    <a:pt x="0" y="11883"/>
                    <a:pt x="0" y="12041"/>
                  </a:cubicBezTo>
                  <a:cubicBezTo>
                    <a:pt x="0" y="12199"/>
                    <a:pt x="62" y="12348"/>
                    <a:pt x="174" y="12460"/>
                  </a:cubicBezTo>
                  <a:lnTo>
                    <a:pt x="3681" y="15967"/>
                  </a:lnTo>
                  <a:cubicBezTo>
                    <a:pt x="3797" y="16083"/>
                    <a:pt x="3949" y="16141"/>
                    <a:pt x="4101" y="16141"/>
                  </a:cubicBezTo>
                  <a:cubicBezTo>
                    <a:pt x="4253" y="16141"/>
                    <a:pt x="4405" y="16083"/>
                    <a:pt x="4520" y="15967"/>
                  </a:cubicBezTo>
                  <a:lnTo>
                    <a:pt x="5488" y="14999"/>
                  </a:lnTo>
                  <a:cubicBezTo>
                    <a:pt x="5600" y="14888"/>
                    <a:pt x="5662" y="14739"/>
                    <a:pt x="5662" y="14580"/>
                  </a:cubicBezTo>
                  <a:cubicBezTo>
                    <a:pt x="5662" y="14422"/>
                    <a:pt x="5600" y="14272"/>
                    <a:pt x="5488" y="14160"/>
                  </a:cubicBezTo>
                  <a:lnTo>
                    <a:pt x="5434" y="14105"/>
                  </a:lnTo>
                  <a:lnTo>
                    <a:pt x="5569" y="13969"/>
                  </a:lnTo>
                  <a:cubicBezTo>
                    <a:pt x="5697" y="13841"/>
                    <a:pt x="5856" y="13748"/>
                    <a:pt x="6028" y="13699"/>
                  </a:cubicBezTo>
                  <a:cubicBezTo>
                    <a:pt x="6032" y="13697"/>
                    <a:pt x="6034" y="13696"/>
                    <a:pt x="6038" y="13695"/>
                  </a:cubicBezTo>
                  <a:lnTo>
                    <a:pt x="7799" y="13102"/>
                  </a:lnTo>
                  <a:cubicBezTo>
                    <a:pt x="8400" y="12896"/>
                    <a:pt x="8926" y="12522"/>
                    <a:pt x="9320" y="12024"/>
                  </a:cubicBezTo>
                  <a:lnTo>
                    <a:pt x="10202" y="10910"/>
                  </a:lnTo>
                  <a:lnTo>
                    <a:pt x="10780" y="10330"/>
                  </a:lnTo>
                  <a:lnTo>
                    <a:pt x="10830" y="10467"/>
                  </a:lnTo>
                  <a:cubicBezTo>
                    <a:pt x="10855" y="10538"/>
                    <a:pt x="10909" y="10595"/>
                    <a:pt x="10980" y="10622"/>
                  </a:cubicBezTo>
                  <a:lnTo>
                    <a:pt x="11666" y="10891"/>
                  </a:lnTo>
                  <a:cubicBezTo>
                    <a:pt x="11722" y="10914"/>
                    <a:pt x="11781" y="10924"/>
                    <a:pt x="11839" y="10924"/>
                  </a:cubicBezTo>
                  <a:cubicBezTo>
                    <a:pt x="11962" y="10924"/>
                    <a:pt x="12083" y="10875"/>
                    <a:pt x="12174" y="10785"/>
                  </a:cubicBezTo>
                  <a:lnTo>
                    <a:pt x="15912" y="7037"/>
                  </a:lnTo>
                  <a:cubicBezTo>
                    <a:pt x="16014" y="6935"/>
                    <a:pt x="16014" y="6771"/>
                    <a:pt x="15912" y="6669"/>
                  </a:cubicBezTo>
                  <a:cubicBezTo>
                    <a:pt x="15861" y="6618"/>
                    <a:pt x="15794" y="6592"/>
                    <a:pt x="15728" y="6592"/>
                  </a:cubicBezTo>
                  <a:cubicBezTo>
                    <a:pt x="15661" y="6592"/>
                    <a:pt x="15595" y="6618"/>
                    <a:pt x="15544" y="6669"/>
                  </a:cubicBezTo>
                  <a:lnTo>
                    <a:pt x="11828" y="10395"/>
                  </a:lnTo>
                  <a:lnTo>
                    <a:pt x="11281" y="10181"/>
                  </a:lnTo>
                  <a:lnTo>
                    <a:pt x="11190" y="9922"/>
                  </a:lnTo>
                  <a:lnTo>
                    <a:pt x="12784" y="8327"/>
                  </a:lnTo>
                  <a:lnTo>
                    <a:pt x="12794" y="8317"/>
                  </a:lnTo>
                  <a:cubicBezTo>
                    <a:pt x="12993" y="8119"/>
                    <a:pt x="13115" y="7912"/>
                    <a:pt x="13154" y="7703"/>
                  </a:cubicBezTo>
                  <a:cubicBezTo>
                    <a:pt x="13189" y="7526"/>
                    <a:pt x="13164" y="7357"/>
                    <a:pt x="13081" y="7203"/>
                  </a:cubicBezTo>
                  <a:lnTo>
                    <a:pt x="13081" y="7203"/>
                  </a:lnTo>
                  <a:lnTo>
                    <a:pt x="13443" y="7559"/>
                  </a:lnTo>
                  <a:cubicBezTo>
                    <a:pt x="13493" y="7610"/>
                    <a:pt x="13560" y="7635"/>
                    <a:pt x="13626" y="7635"/>
                  </a:cubicBezTo>
                  <a:cubicBezTo>
                    <a:pt x="13693" y="7635"/>
                    <a:pt x="13761" y="7609"/>
                    <a:pt x="13811" y="7557"/>
                  </a:cubicBezTo>
                  <a:cubicBezTo>
                    <a:pt x="13911" y="7455"/>
                    <a:pt x="13911" y="7291"/>
                    <a:pt x="13810" y="7190"/>
                  </a:cubicBezTo>
                  <a:lnTo>
                    <a:pt x="13808" y="7189"/>
                  </a:lnTo>
                  <a:lnTo>
                    <a:pt x="10984" y="4396"/>
                  </a:lnTo>
                  <a:cubicBezTo>
                    <a:pt x="10933" y="4346"/>
                    <a:pt x="10867" y="4320"/>
                    <a:pt x="10801" y="4320"/>
                  </a:cubicBezTo>
                  <a:cubicBezTo>
                    <a:pt x="10733" y="4320"/>
                    <a:pt x="10666" y="4346"/>
                    <a:pt x="10615" y="4398"/>
                  </a:cubicBezTo>
                  <a:cubicBezTo>
                    <a:pt x="10516" y="4500"/>
                    <a:pt x="10516" y="4665"/>
                    <a:pt x="10617" y="4765"/>
                  </a:cubicBezTo>
                  <a:lnTo>
                    <a:pt x="10619" y="4767"/>
                  </a:lnTo>
                  <a:lnTo>
                    <a:pt x="12664" y="6790"/>
                  </a:lnTo>
                  <a:cubicBezTo>
                    <a:pt x="12519" y="6715"/>
                    <a:pt x="12341" y="6669"/>
                    <a:pt x="12138" y="6656"/>
                  </a:cubicBezTo>
                  <a:cubicBezTo>
                    <a:pt x="12129" y="6656"/>
                    <a:pt x="12122" y="6654"/>
                    <a:pt x="12113" y="6654"/>
                  </a:cubicBezTo>
                  <a:lnTo>
                    <a:pt x="12102" y="6654"/>
                  </a:lnTo>
                  <a:cubicBezTo>
                    <a:pt x="12070" y="6653"/>
                    <a:pt x="12038" y="6652"/>
                    <a:pt x="12005" y="6652"/>
                  </a:cubicBezTo>
                  <a:cubicBezTo>
                    <a:pt x="11733" y="6652"/>
                    <a:pt x="11433" y="6701"/>
                    <a:pt x="11131" y="6790"/>
                  </a:cubicBezTo>
                  <a:lnTo>
                    <a:pt x="9862" y="5534"/>
                  </a:lnTo>
                  <a:cubicBezTo>
                    <a:pt x="9811" y="5483"/>
                    <a:pt x="9744" y="5458"/>
                    <a:pt x="9678" y="5458"/>
                  </a:cubicBezTo>
                  <a:cubicBezTo>
                    <a:pt x="9611" y="5458"/>
                    <a:pt x="9544" y="5484"/>
                    <a:pt x="9493" y="5536"/>
                  </a:cubicBezTo>
                  <a:cubicBezTo>
                    <a:pt x="9393" y="5638"/>
                    <a:pt x="9393" y="5803"/>
                    <a:pt x="9494" y="5903"/>
                  </a:cubicBezTo>
                  <a:lnTo>
                    <a:pt x="9496" y="5905"/>
                  </a:lnTo>
                  <a:lnTo>
                    <a:pt x="10594" y="6991"/>
                  </a:lnTo>
                  <a:cubicBezTo>
                    <a:pt x="10189" y="7172"/>
                    <a:pt x="9812" y="7416"/>
                    <a:pt x="9535" y="7693"/>
                  </a:cubicBezTo>
                  <a:lnTo>
                    <a:pt x="9174" y="8054"/>
                  </a:lnTo>
                  <a:lnTo>
                    <a:pt x="9112" y="8034"/>
                  </a:lnTo>
                  <a:lnTo>
                    <a:pt x="8871" y="7356"/>
                  </a:lnTo>
                  <a:cubicBezTo>
                    <a:pt x="8845" y="7281"/>
                    <a:pt x="8786" y="7223"/>
                    <a:pt x="8711" y="7197"/>
                  </a:cubicBezTo>
                  <a:lnTo>
                    <a:pt x="8024" y="6961"/>
                  </a:lnTo>
                  <a:lnTo>
                    <a:pt x="7804" y="6417"/>
                  </a:lnTo>
                  <a:lnTo>
                    <a:pt x="13651" y="554"/>
                  </a:lnTo>
                  <a:lnTo>
                    <a:pt x="13659" y="546"/>
                  </a:lnTo>
                  <a:lnTo>
                    <a:pt x="13663" y="541"/>
                  </a:lnTo>
                  <a:lnTo>
                    <a:pt x="17687" y="4520"/>
                  </a:lnTo>
                  <a:lnTo>
                    <a:pt x="16746" y="5463"/>
                  </a:lnTo>
                  <a:cubicBezTo>
                    <a:pt x="16644" y="5565"/>
                    <a:pt x="16644" y="5730"/>
                    <a:pt x="16746" y="5831"/>
                  </a:cubicBezTo>
                  <a:cubicBezTo>
                    <a:pt x="16797" y="5881"/>
                    <a:pt x="16863" y="5907"/>
                    <a:pt x="16930" y="5907"/>
                  </a:cubicBezTo>
                  <a:cubicBezTo>
                    <a:pt x="16996" y="5907"/>
                    <a:pt x="17063" y="5881"/>
                    <a:pt x="17113" y="5831"/>
                  </a:cubicBezTo>
                  <a:lnTo>
                    <a:pt x="18088" y="4853"/>
                  </a:lnTo>
                  <a:cubicBezTo>
                    <a:pt x="18178" y="4764"/>
                    <a:pt x="18227" y="4644"/>
                    <a:pt x="18227" y="4518"/>
                  </a:cubicBezTo>
                  <a:cubicBezTo>
                    <a:pt x="18228" y="4391"/>
                    <a:pt x="18178" y="4271"/>
                    <a:pt x="18088" y="4182"/>
                  </a:cubicBezTo>
                  <a:lnTo>
                    <a:pt x="13998" y="137"/>
                  </a:lnTo>
                  <a:cubicBezTo>
                    <a:pt x="13906" y="46"/>
                    <a:pt x="13785" y="1"/>
                    <a:pt x="136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60" name="Google Shape;1260;p83"/>
            <p:cNvSpPr/>
            <p:nvPr/>
          </p:nvSpPr>
          <p:spPr>
            <a:xfrm>
              <a:off x="4899825" y="1808175"/>
              <a:ext cx="1725" cy="1725"/>
            </a:xfrm>
            <a:custGeom>
              <a:rect b="b" l="l" r="r" t="t"/>
              <a:pathLst>
                <a:path extrusionOk="0" h="69" w="69">
                  <a:moveTo>
                    <a:pt x="69" y="0"/>
                  </a:moveTo>
                  <a:lnTo>
                    <a:pt x="1" y="6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61" name="Google Shape;1261;p83"/>
            <p:cNvSpPr/>
            <p:nvPr/>
          </p:nvSpPr>
          <p:spPr>
            <a:xfrm>
              <a:off x="4897200" y="1812400"/>
              <a:ext cx="125" cy="125"/>
            </a:xfrm>
            <a:custGeom>
              <a:rect b="b" l="l" r="r" t="t"/>
              <a:pathLst>
                <a:path extrusionOk="0" h="5" w="5">
                  <a:moveTo>
                    <a:pt x="5" y="0"/>
                  </a:moveTo>
                  <a:lnTo>
                    <a:pt x="1" y="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62" name="Google Shape;1262;p83"/>
            <p:cNvSpPr/>
            <p:nvPr/>
          </p:nvSpPr>
          <p:spPr>
            <a:xfrm>
              <a:off x="4907500" y="1799775"/>
              <a:ext cx="2425" cy="2400"/>
            </a:xfrm>
            <a:custGeom>
              <a:rect b="b" l="l" r="r" t="t"/>
              <a:pathLst>
                <a:path extrusionOk="0" h="96" w="97">
                  <a:moveTo>
                    <a:pt x="96" y="1"/>
                  </a:moveTo>
                  <a:lnTo>
                    <a:pt x="0" y="9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63" name="Google Shape;1263;p83"/>
            <p:cNvSpPr/>
            <p:nvPr/>
          </p:nvSpPr>
          <p:spPr>
            <a:xfrm>
              <a:off x="4901500" y="1805450"/>
              <a:ext cx="2750" cy="2750"/>
            </a:xfrm>
            <a:custGeom>
              <a:rect b="b" l="l" r="r" t="t"/>
              <a:pathLst>
                <a:path extrusionOk="0" h="110" w="110">
                  <a:moveTo>
                    <a:pt x="110" y="0"/>
                  </a:moveTo>
                  <a:lnTo>
                    <a:pt x="1" y="10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64" name="Google Shape;1264;p83"/>
            <p:cNvSpPr/>
            <p:nvPr/>
          </p:nvSpPr>
          <p:spPr>
            <a:xfrm>
              <a:off x="4909900" y="1798000"/>
              <a:ext cx="1800" cy="1800"/>
            </a:xfrm>
            <a:custGeom>
              <a:rect b="b" l="l" r="r" t="t"/>
              <a:pathLst>
                <a:path extrusionOk="0" h="72" w="72">
                  <a:moveTo>
                    <a:pt x="71" y="1"/>
                  </a:moveTo>
                  <a:lnTo>
                    <a:pt x="0" y="7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65" name="Google Shape;1265;p83"/>
            <p:cNvSpPr/>
            <p:nvPr/>
          </p:nvSpPr>
          <p:spPr>
            <a:xfrm>
              <a:off x="4905950" y="1802150"/>
              <a:ext cx="1575" cy="1575"/>
            </a:xfrm>
            <a:custGeom>
              <a:rect b="b" l="l" r="r" t="t"/>
              <a:pathLst>
                <a:path extrusionOk="0" h="63" w="63">
                  <a:moveTo>
                    <a:pt x="62" y="0"/>
                  </a:moveTo>
                  <a:lnTo>
                    <a:pt x="1" y="6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1266" name="Google Shape;1266;p83"/>
            <p:cNvSpPr/>
            <p:nvPr/>
          </p:nvSpPr>
          <p:spPr>
            <a:xfrm>
              <a:off x="4904250" y="1803700"/>
              <a:ext cx="1725" cy="1775"/>
            </a:xfrm>
            <a:custGeom>
              <a:rect b="b" l="l" r="r" t="t"/>
              <a:pathLst>
                <a:path extrusionOk="0" h="71" w="69">
                  <a:moveTo>
                    <a:pt x="69" y="0"/>
                  </a:moveTo>
                  <a:lnTo>
                    <a:pt x="1" y="70"/>
                  </a:lnTo>
                  <a:cubicBezTo>
                    <a:pt x="22" y="49"/>
                    <a:pt x="45" y="25"/>
                    <a:pt x="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1267" name="Google Shape;1267;p83"/>
          <p:cNvGrpSpPr/>
          <p:nvPr/>
        </p:nvGrpSpPr>
        <p:grpSpPr>
          <a:xfrm>
            <a:off x="4500547" y="1580608"/>
            <a:ext cx="1510668" cy="2626594"/>
            <a:chOff x="618820" y="1574025"/>
            <a:chExt cx="1418334" cy="2315200"/>
          </a:xfrm>
        </p:grpSpPr>
        <p:cxnSp>
          <p:nvCxnSpPr>
            <p:cNvPr id="1268" name="Google Shape;1268;p83"/>
            <p:cNvCxnSpPr/>
            <p:nvPr/>
          </p:nvCxnSpPr>
          <p:spPr>
            <a:xfrm>
              <a:off x="1299277"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269" name="Google Shape;1269;p83"/>
            <p:cNvSpPr/>
            <p:nvPr/>
          </p:nvSpPr>
          <p:spPr>
            <a:xfrm flipH="1">
              <a:off x="618820"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270" name="Google Shape;1270;p83"/>
            <p:cNvSpPr/>
            <p:nvPr/>
          </p:nvSpPr>
          <p:spPr>
            <a:xfrm>
              <a:off x="619055"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1" name="Google Shape;1271;p83"/>
            <p:cNvGrpSpPr/>
            <p:nvPr/>
          </p:nvGrpSpPr>
          <p:grpSpPr>
            <a:xfrm>
              <a:off x="624884" y="1574025"/>
              <a:ext cx="1271475" cy="2315200"/>
              <a:chOff x="1219843" y="1574025"/>
              <a:chExt cx="1271475" cy="2315200"/>
            </a:xfrm>
          </p:grpSpPr>
          <p:sp>
            <p:nvSpPr>
              <p:cNvPr id="1272" name="Google Shape;1272;p83"/>
              <p:cNvSpPr txBox="1"/>
              <p:nvPr/>
            </p:nvSpPr>
            <p:spPr>
              <a:xfrm>
                <a:off x="1321858" y="2695025"/>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9</a:t>
                </a:r>
                <a:endParaRPr b="1" sz="1000">
                  <a:solidFill>
                    <a:srgbClr val="0C57D3"/>
                  </a:solidFill>
                  <a:latin typeface="Roboto"/>
                  <a:ea typeface="Roboto"/>
                  <a:cs typeface="Roboto"/>
                  <a:sym typeface="Roboto"/>
                </a:endParaRPr>
              </a:p>
            </p:txBody>
          </p:sp>
          <p:sp>
            <p:nvSpPr>
              <p:cNvPr id="1273" name="Google Shape;1273;p83"/>
              <p:cNvSpPr txBox="1"/>
              <p:nvPr/>
            </p:nvSpPr>
            <p:spPr>
              <a:xfrm>
                <a:off x="1324018" y="3151825"/>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900">
                    <a:solidFill>
                      <a:srgbClr val="87A1D5"/>
                    </a:solidFill>
                    <a:latin typeface="Times New Roman"/>
                    <a:ea typeface="Times New Roman"/>
                    <a:cs typeface="Times New Roman"/>
                    <a:sym typeface="Times New Roman"/>
                  </a:rPr>
                  <a:t>Conduct unit and integration testing</a:t>
                </a:r>
                <a:endParaRPr sz="900">
                  <a:solidFill>
                    <a:srgbClr val="87A1D5"/>
                  </a:solidFill>
                  <a:latin typeface="Times New Roman"/>
                  <a:ea typeface="Times New Roman"/>
                  <a:cs typeface="Times New Roman"/>
                  <a:sym typeface="Times New Roman"/>
                </a:endParaRPr>
              </a:p>
              <a:p>
                <a:pPr indent="0" lvl="0" marL="0" rtl="0" algn="l">
                  <a:spcBef>
                    <a:spcPts val="0"/>
                  </a:spcBef>
                  <a:spcAft>
                    <a:spcPts val="0"/>
                  </a:spcAft>
                  <a:buClr>
                    <a:schemeClr val="hlink"/>
                  </a:buClr>
                  <a:buSzPts val="1100"/>
                  <a:buFont typeface="Arial"/>
                  <a:buNone/>
                </a:pPr>
                <a:r>
                  <a:rPr lang="en" sz="900">
                    <a:solidFill>
                      <a:srgbClr val="87A1D5"/>
                    </a:solidFill>
                    <a:latin typeface="Times New Roman"/>
                    <a:ea typeface="Times New Roman"/>
                    <a:cs typeface="Times New Roman"/>
                    <a:sym typeface="Times New Roman"/>
                  </a:rPr>
                  <a:t>Optimize model performance and database queries</a:t>
                </a:r>
                <a:endParaRPr sz="900">
                  <a:solidFill>
                    <a:srgbClr val="87A1D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sz="900">
                  <a:solidFill>
                    <a:srgbClr val="87A1D5"/>
                  </a:solidFill>
                  <a:latin typeface="Times New Roman"/>
                  <a:ea typeface="Times New Roman"/>
                  <a:cs typeface="Times New Roman"/>
                  <a:sym typeface="Times New Roman"/>
                </a:endParaRPr>
              </a:p>
            </p:txBody>
          </p:sp>
          <p:sp>
            <p:nvSpPr>
              <p:cNvPr id="1274" name="Google Shape;1274;p83"/>
              <p:cNvSpPr txBox="1"/>
              <p:nvPr/>
            </p:nvSpPr>
            <p:spPr>
              <a:xfrm>
                <a:off x="1219843" y="1574025"/>
                <a:ext cx="819000" cy="2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800">
                    <a:solidFill>
                      <a:srgbClr val="0C57D3"/>
                    </a:solidFill>
                    <a:latin typeface="Roboto"/>
                    <a:ea typeface="Roboto"/>
                    <a:cs typeface="Roboto"/>
                    <a:sym typeface="Roboto"/>
                  </a:rPr>
                  <a:t>4/18 - 4/24</a:t>
                </a:r>
                <a:endParaRPr sz="800">
                  <a:solidFill>
                    <a:srgbClr val="0C57D3"/>
                  </a:solidFill>
                  <a:latin typeface="Roboto"/>
                  <a:ea typeface="Roboto"/>
                  <a:cs typeface="Roboto"/>
                  <a:sym typeface="Roboto"/>
                </a:endParaRPr>
              </a:p>
            </p:txBody>
          </p:sp>
        </p:grpSp>
      </p:grpSp>
      <p:grpSp>
        <p:nvGrpSpPr>
          <p:cNvPr id="1275" name="Google Shape;1275;p83"/>
          <p:cNvGrpSpPr/>
          <p:nvPr/>
        </p:nvGrpSpPr>
        <p:grpSpPr>
          <a:xfrm>
            <a:off x="5820238" y="1580410"/>
            <a:ext cx="1624366" cy="2626600"/>
            <a:chOff x="1863927" y="1575825"/>
            <a:chExt cx="1471480" cy="2315205"/>
          </a:xfrm>
        </p:grpSpPr>
        <p:cxnSp>
          <p:nvCxnSpPr>
            <p:cNvPr id="1276" name="Google Shape;1276;p83"/>
            <p:cNvCxnSpPr/>
            <p:nvPr/>
          </p:nvCxnSpPr>
          <p:spPr>
            <a:xfrm>
              <a:off x="2597529"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1277" name="Google Shape;1277;p83"/>
            <p:cNvSpPr/>
            <p:nvPr/>
          </p:nvSpPr>
          <p:spPr>
            <a:xfrm flipH="1">
              <a:off x="1917073"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278" name="Google Shape;1278;p83"/>
            <p:cNvSpPr/>
            <p:nvPr/>
          </p:nvSpPr>
          <p:spPr>
            <a:xfrm>
              <a:off x="1917307"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83"/>
            <p:cNvSpPr txBox="1"/>
            <p:nvPr/>
          </p:nvSpPr>
          <p:spPr>
            <a:xfrm>
              <a:off x="202156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10</a:t>
              </a:r>
              <a:endParaRPr b="1" sz="1000">
                <a:solidFill>
                  <a:srgbClr val="0C57D3"/>
                </a:solidFill>
                <a:latin typeface="Roboto"/>
                <a:ea typeface="Roboto"/>
                <a:cs typeface="Roboto"/>
                <a:sym typeface="Roboto"/>
              </a:endParaRPr>
            </a:p>
          </p:txBody>
        </p:sp>
        <p:sp>
          <p:nvSpPr>
            <p:cNvPr id="1280" name="Google Shape;1280;p83"/>
            <p:cNvSpPr txBox="1"/>
            <p:nvPr/>
          </p:nvSpPr>
          <p:spPr>
            <a:xfrm>
              <a:off x="202372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900">
                  <a:solidFill>
                    <a:srgbClr val="87A1D5"/>
                  </a:solidFill>
                  <a:latin typeface="Times New Roman"/>
                  <a:ea typeface="Times New Roman"/>
                  <a:cs typeface="Times New Roman"/>
                  <a:sym typeface="Times New Roman"/>
                </a:rPr>
                <a:t>Finalize user &amp; developer manuals</a:t>
              </a:r>
              <a:endParaRPr sz="900">
                <a:solidFill>
                  <a:srgbClr val="87A1D5"/>
                </a:solidFill>
                <a:latin typeface="Times New Roman"/>
                <a:ea typeface="Times New Roman"/>
                <a:cs typeface="Times New Roman"/>
                <a:sym typeface="Times New Roman"/>
              </a:endParaRPr>
            </a:p>
            <a:p>
              <a:pPr indent="0" lvl="0" marL="0" rtl="0" algn="l">
                <a:spcBef>
                  <a:spcPts val="0"/>
                </a:spcBef>
                <a:spcAft>
                  <a:spcPts val="0"/>
                </a:spcAft>
                <a:buClr>
                  <a:schemeClr val="hlink"/>
                </a:buClr>
                <a:buSzPts val="1100"/>
                <a:buFont typeface="Arial"/>
                <a:buNone/>
              </a:pPr>
              <a:r>
                <a:rPr lang="en" sz="900">
                  <a:solidFill>
                    <a:srgbClr val="87A1D5"/>
                  </a:solidFill>
                  <a:latin typeface="Times New Roman"/>
                  <a:ea typeface="Times New Roman"/>
                  <a:cs typeface="Times New Roman"/>
                  <a:sym typeface="Times New Roman"/>
                </a:rPr>
                <a:t>Prepare final project demo</a:t>
              </a:r>
              <a:endParaRPr sz="900">
                <a:solidFill>
                  <a:srgbClr val="87A1D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900">
                <a:solidFill>
                  <a:srgbClr val="87A1D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900">
                <a:solidFill>
                  <a:srgbClr val="87A1D5"/>
                </a:solidFill>
                <a:latin typeface="Times New Roman"/>
                <a:ea typeface="Times New Roman"/>
                <a:cs typeface="Times New Roman"/>
                <a:sym typeface="Times New Roman"/>
              </a:endParaRPr>
            </a:p>
          </p:txBody>
        </p:sp>
        <p:sp>
          <p:nvSpPr>
            <p:cNvPr id="1281" name="Google Shape;1281;p83"/>
            <p:cNvSpPr txBox="1"/>
            <p:nvPr/>
          </p:nvSpPr>
          <p:spPr>
            <a:xfrm>
              <a:off x="1863927" y="1575825"/>
              <a:ext cx="7740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sz="800">
                  <a:solidFill>
                    <a:srgbClr val="0C57D3"/>
                  </a:solidFill>
                  <a:latin typeface="Roboto"/>
                  <a:ea typeface="Roboto"/>
                  <a:cs typeface="Roboto"/>
                  <a:sym typeface="Roboto"/>
                </a:rPr>
                <a:t>4/25 - 5/2</a:t>
              </a:r>
              <a:endParaRPr sz="800">
                <a:solidFill>
                  <a:srgbClr val="0C57D3"/>
                </a:solidFill>
                <a:latin typeface="Roboto"/>
                <a:ea typeface="Roboto"/>
                <a:cs typeface="Roboto"/>
                <a:sym typeface="Roboto"/>
              </a:endParaRPr>
            </a:p>
            <a:p>
              <a:pPr indent="0" lvl="0" marL="0" rtl="0" algn="r">
                <a:lnSpc>
                  <a:spcPct val="115000"/>
                </a:lnSpc>
                <a:spcBef>
                  <a:spcPts val="1600"/>
                </a:spcBef>
                <a:spcAft>
                  <a:spcPts val="1600"/>
                </a:spcAft>
                <a:buNone/>
              </a:pPr>
              <a:r>
                <a:t/>
              </a:r>
              <a:endParaRPr sz="800">
                <a:solidFill>
                  <a:srgbClr val="0C57D3"/>
                </a:solidFill>
                <a:latin typeface="Roboto"/>
                <a:ea typeface="Roboto"/>
                <a:cs typeface="Roboto"/>
                <a:sym typeface="Roboto"/>
              </a:endParaRPr>
            </a:p>
          </p:txBody>
        </p:sp>
      </p:grpSp>
      <p:sp>
        <p:nvSpPr>
          <p:cNvPr id="1282" name="Google Shape;1282;p83"/>
          <p:cNvSpPr txBox="1"/>
          <p:nvPr/>
        </p:nvSpPr>
        <p:spPr>
          <a:xfrm>
            <a:off x="7301726" y="3131725"/>
            <a:ext cx="993000" cy="63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900">
                <a:solidFill>
                  <a:schemeClr val="accent1"/>
                </a:solidFill>
                <a:latin typeface="Times New Roman"/>
                <a:ea typeface="Times New Roman"/>
                <a:cs typeface="Times New Roman"/>
                <a:sym typeface="Times New Roman"/>
              </a:rPr>
              <a:t>Presentation 3</a:t>
            </a:r>
            <a:endParaRPr b="1" sz="800">
              <a:solidFill>
                <a:srgbClr val="858585"/>
              </a:solidFill>
              <a:latin typeface="Roboto"/>
              <a:ea typeface="Roboto"/>
              <a:cs typeface="Roboto"/>
              <a:sym typeface="Roboto"/>
            </a:endParaRPr>
          </a:p>
        </p:txBody>
      </p:sp>
      <p:cxnSp>
        <p:nvCxnSpPr>
          <p:cNvPr id="1283" name="Google Shape;1283;p83"/>
          <p:cNvCxnSpPr>
            <a:endCxn id="1282" idx="0"/>
          </p:cNvCxnSpPr>
          <p:nvPr/>
        </p:nvCxnSpPr>
        <p:spPr>
          <a:xfrm>
            <a:off x="6805226" y="2571625"/>
            <a:ext cx="993000" cy="560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84"/>
          <p:cNvSpPr/>
          <p:nvPr/>
        </p:nvSpPr>
        <p:spPr>
          <a:xfrm>
            <a:off x="888413" y="1726913"/>
            <a:ext cx="2222400" cy="6744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84"/>
          <p:cNvSpPr txBox="1"/>
          <p:nvPr>
            <p:ph type="title"/>
          </p:nvPr>
        </p:nvSpPr>
        <p:spPr>
          <a:xfrm>
            <a:off x="551600" y="677400"/>
            <a:ext cx="77040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Improvements</a:t>
            </a:r>
            <a:endParaRPr/>
          </a:p>
        </p:txBody>
      </p:sp>
      <p:sp>
        <p:nvSpPr>
          <p:cNvPr id="1290" name="Google Shape;1290;p84"/>
          <p:cNvSpPr txBox="1"/>
          <p:nvPr>
            <p:ph idx="1" type="subTitle"/>
          </p:nvPr>
        </p:nvSpPr>
        <p:spPr>
          <a:xfrm>
            <a:off x="3900125" y="1768900"/>
            <a:ext cx="2798100" cy="6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Acquires the location from where you’re using your device</a:t>
            </a:r>
            <a:endParaRPr sz="1600"/>
          </a:p>
        </p:txBody>
      </p:sp>
      <p:sp>
        <p:nvSpPr>
          <p:cNvPr id="1291" name="Google Shape;1291;p84"/>
          <p:cNvSpPr txBox="1"/>
          <p:nvPr>
            <p:ph idx="5" type="title"/>
          </p:nvPr>
        </p:nvSpPr>
        <p:spPr>
          <a:xfrm>
            <a:off x="969338" y="1633175"/>
            <a:ext cx="2121900" cy="674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Live Location</a:t>
            </a:r>
            <a:endParaRPr/>
          </a:p>
        </p:txBody>
      </p:sp>
      <p:sp>
        <p:nvSpPr>
          <p:cNvPr id="1292" name="Google Shape;1292;p84"/>
          <p:cNvSpPr/>
          <p:nvPr/>
        </p:nvSpPr>
        <p:spPr>
          <a:xfrm>
            <a:off x="7507088" y="1696000"/>
            <a:ext cx="748500" cy="748500"/>
          </a:xfrm>
          <a:prstGeom prst="roundRect">
            <a:avLst>
              <a:gd fmla="val 16667" name="adj"/>
            </a:avLst>
          </a:prstGeom>
          <a:solidFill>
            <a:schemeClr val="accent2"/>
          </a:solidFill>
          <a:ln>
            <a:noFill/>
          </a:ln>
          <a:effectLst>
            <a:outerShdw blurRad="57150" rotWithShape="0" algn="bl" dir="5400000" dist="28575">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93" name="Google Shape;1293;p84"/>
          <p:cNvCxnSpPr>
            <a:stCxn id="1288" idx="3"/>
            <a:endCxn id="1290" idx="1"/>
          </p:cNvCxnSpPr>
          <p:nvPr/>
        </p:nvCxnSpPr>
        <p:spPr>
          <a:xfrm>
            <a:off x="3110813" y="2064113"/>
            <a:ext cx="789300" cy="6000"/>
          </a:xfrm>
          <a:prstGeom prst="straightConnector1">
            <a:avLst/>
          </a:prstGeom>
          <a:noFill/>
          <a:ln cap="rnd" cmpd="sng" w="9525">
            <a:solidFill>
              <a:schemeClr val="dk1"/>
            </a:solidFill>
            <a:prstDash val="solid"/>
            <a:round/>
            <a:headEnd len="med" w="med" type="none"/>
            <a:tailEnd len="med" w="med" type="none"/>
          </a:ln>
        </p:spPr>
      </p:cxnSp>
      <p:cxnSp>
        <p:nvCxnSpPr>
          <p:cNvPr id="1294" name="Google Shape;1294;p84"/>
          <p:cNvCxnSpPr>
            <a:stCxn id="1290" idx="3"/>
            <a:endCxn id="1292" idx="1"/>
          </p:cNvCxnSpPr>
          <p:nvPr/>
        </p:nvCxnSpPr>
        <p:spPr>
          <a:xfrm>
            <a:off x="6698225" y="2070250"/>
            <a:ext cx="808800" cy="0"/>
          </a:xfrm>
          <a:prstGeom prst="straightConnector1">
            <a:avLst/>
          </a:prstGeom>
          <a:noFill/>
          <a:ln cap="rnd" cmpd="sng" w="9525">
            <a:solidFill>
              <a:schemeClr val="dk1"/>
            </a:solidFill>
            <a:prstDash val="solid"/>
            <a:round/>
            <a:headEnd len="med" w="med" type="none"/>
            <a:tailEnd len="med" w="med" type="none"/>
          </a:ln>
        </p:spPr>
      </p:cxnSp>
      <p:sp>
        <p:nvSpPr>
          <p:cNvPr id="1295" name="Google Shape;1295;p84"/>
          <p:cNvSpPr/>
          <p:nvPr/>
        </p:nvSpPr>
        <p:spPr>
          <a:xfrm>
            <a:off x="3433370" y="-23450"/>
            <a:ext cx="6878075" cy="1335350"/>
          </a:xfrm>
          <a:custGeom>
            <a:rect b="b" l="l" r="r" t="t"/>
            <a:pathLst>
              <a:path extrusionOk="0" h="53414" w="275123">
                <a:moveTo>
                  <a:pt x="962" y="0"/>
                </a:moveTo>
                <a:cubicBezTo>
                  <a:pt x="1836" y="5364"/>
                  <a:pt x="-4163" y="27853"/>
                  <a:pt x="6207" y="32184"/>
                </a:cubicBezTo>
                <a:cubicBezTo>
                  <a:pt x="16578" y="36515"/>
                  <a:pt x="48047" y="22450"/>
                  <a:pt x="63185" y="25986"/>
                </a:cubicBezTo>
                <a:cubicBezTo>
                  <a:pt x="78324" y="29522"/>
                  <a:pt x="80549" y="53203"/>
                  <a:pt x="97038" y="53402"/>
                </a:cubicBezTo>
                <a:cubicBezTo>
                  <a:pt x="113527" y="53601"/>
                  <a:pt x="141658" y="30118"/>
                  <a:pt x="162121" y="27178"/>
                </a:cubicBezTo>
                <a:cubicBezTo>
                  <a:pt x="182584" y="24238"/>
                  <a:pt x="200980" y="35045"/>
                  <a:pt x="219814" y="35760"/>
                </a:cubicBezTo>
                <a:cubicBezTo>
                  <a:pt x="238648" y="36475"/>
                  <a:pt x="265905" y="32184"/>
                  <a:pt x="275123" y="31469"/>
                </a:cubicBezTo>
              </a:path>
            </a:pathLst>
          </a:custGeom>
          <a:noFill/>
          <a:ln cap="flat" cmpd="sng" w="19050">
            <a:solidFill>
              <a:schemeClr val="dk2"/>
            </a:solidFill>
            <a:prstDash val="dash"/>
            <a:round/>
            <a:headEnd len="med" w="med" type="none"/>
            <a:tailEnd len="med" w="med" type="none"/>
          </a:ln>
        </p:spPr>
      </p:sp>
      <p:grpSp>
        <p:nvGrpSpPr>
          <p:cNvPr id="1296" name="Google Shape;1296;p84"/>
          <p:cNvGrpSpPr/>
          <p:nvPr/>
        </p:nvGrpSpPr>
        <p:grpSpPr>
          <a:xfrm>
            <a:off x="7621813" y="1820687"/>
            <a:ext cx="519048" cy="486900"/>
            <a:chOff x="7476447" y="3027038"/>
            <a:chExt cx="600403" cy="554430"/>
          </a:xfrm>
        </p:grpSpPr>
        <p:sp>
          <p:nvSpPr>
            <p:cNvPr id="1297" name="Google Shape;1297;p84"/>
            <p:cNvSpPr/>
            <p:nvPr/>
          </p:nvSpPr>
          <p:spPr>
            <a:xfrm>
              <a:off x="7476447" y="3027038"/>
              <a:ext cx="600403" cy="554430"/>
            </a:xfrm>
            <a:custGeom>
              <a:rect b="b" l="l" r="r" t="t"/>
              <a:pathLst>
                <a:path extrusionOk="0" h="10515" w="10538">
                  <a:moveTo>
                    <a:pt x="6978" y="322"/>
                  </a:moveTo>
                  <a:cubicBezTo>
                    <a:pt x="7930" y="322"/>
                    <a:pt x="8716" y="1096"/>
                    <a:pt x="8716" y="2061"/>
                  </a:cubicBezTo>
                  <a:cubicBezTo>
                    <a:pt x="8716" y="2334"/>
                    <a:pt x="8633" y="2644"/>
                    <a:pt x="8478" y="2942"/>
                  </a:cubicBezTo>
                  <a:cubicBezTo>
                    <a:pt x="8478" y="2954"/>
                    <a:pt x="8466" y="2977"/>
                    <a:pt x="8466" y="2977"/>
                  </a:cubicBezTo>
                  <a:cubicBezTo>
                    <a:pt x="8061" y="3823"/>
                    <a:pt x="7276" y="4704"/>
                    <a:pt x="6978" y="5025"/>
                  </a:cubicBezTo>
                  <a:cubicBezTo>
                    <a:pt x="6680" y="4716"/>
                    <a:pt x="5894" y="3835"/>
                    <a:pt x="5490" y="2989"/>
                  </a:cubicBezTo>
                  <a:cubicBezTo>
                    <a:pt x="5490" y="2977"/>
                    <a:pt x="5478" y="2954"/>
                    <a:pt x="5478" y="2942"/>
                  </a:cubicBezTo>
                  <a:cubicBezTo>
                    <a:pt x="5323" y="2632"/>
                    <a:pt x="5240" y="2334"/>
                    <a:pt x="5240" y="2061"/>
                  </a:cubicBezTo>
                  <a:cubicBezTo>
                    <a:pt x="5240" y="1096"/>
                    <a:pt x="6025" y="322"/>
                    <a:pt x="6978" y="322"/>
                  </a:cubicBezTo>
                  <a:close/>
                  <a:moveTo>
                    <a:pt x="5252" y="3227"/>
                  </a:moveTo>
                  <a:cubicBezTo>
                    <a:pt x="5728" y="4192"/>
                    <a:pt x="6597" y="5121"/>
                    <a:pt x="6811" y="5335"/>
                  </a:cubicBezTo>
                  <a:lnTo>
                    <a:pt x="6811" y="5811"/>
                  </a:lnTo>
                  <a:lnTo>
                    <a:pt x="3751" y="6728"/>
                  </a:lnTo>
                  <a:lnTo>
                    <a:pt x="3751" y="3668"/>
                  </a:lnTo>
                  <a:lnTo>
                    <a:pt x="5252" y="3227"/>
                  </a:lnTo>
                  <a:close/>
                  <a:moveTo>
                    <a:pt x="8704" y="3239"/>
                  </a:moveTo>
                  <a:lnTo>
                    <a:pt x="10205" y="3668"/>
                  </a:lnTo>
                  <a:lnTo>
                    <a:pt x="10205" y="6728"/>
                  </a:lnTo>
                  <a:lnTo>
                    <a:pt x="7145" y="5811"/>
                  </a:lnTo>
                  <a:lnTo>
                    <a:pt x="7145" y="5335"/>
                  </a:lnTo>
                  <a:cubicBezTo>
                    <a:pt x="7371" y="5121"/>
                    <a:pt x="8228" y="4192"/>
                    <a:pt x="8704" y="3239"/>
                  </a:cubicBezTo>
                  <a:close/>
                  <a:moveTo>
                    <a:pt x="358" y="2763"/>
                  </a:moveTo>
                  <a:lnTo>
                    <a:pt x="3418" y="3668"/>
                  </a:lnTo>
                  <a:lnTo>
                    <a:pt x="3418" y="6728"/>
                  </a:lnTo>
                  <a:lnTo>
                    <a:pt x="2263" y="6383"/>
                  </a:lnTo>
                  <a:cubicBezTo>
                    <a:pt x="2244" y="6375"/>
                    <a:pt x="2225" y="6372"/>
                    <a:pt x="2208" y="6372"/>
                  </a:cubicBezTo>
                  <a:cubicBezTo>
                    <a:pt x="2136" y="6372"/>
                    <a:pt x="2077" y="6425"/>
                    <a:pt x="2049" y="6502"/>
                  </a:cubicBezTo>
                  <a:cubicBezTo>
                    <a:pt x="2025" y="6585"/>
                    <a:pt x="2084" y="6680"/>
                    <a:pt x="2168" y="6704"/>
                  </a:cubicBezTo>
                  <a:lnTo>
                    <a:pt x="3418" y="7085"/>
                  </a:lnTo>
                  <a:lnTo>
                    <a:pt x="3418" y="10121"/>
                  </a:lnTo>
                  <a:lnTo>
                    <a:pt x="358" y="9204"/>
                  </a:lnTo>
                  <a:lnTo>
                    <a:pt x="358" y="6168"/>
                  </a:lnTo>
                  <a:lnTo>
                    <a:pt x="1513" y="6514"/>
                  </a:lnTo>
                  <a:lnTo>
                    <a:pt x="1561" y="6514"/>
                  </a:lnTo>
                  <a:cubicBezTo>
                    <a:pt x="1632" y="6514"/>
                    <a:pt x="1692" y="6466"/>
                    <a:pt x="1727" y="6394"/>
                  </a:cubicBezTo>
                  <a:cubicBezTo>
                    <a:pt x="1751" y="6311"/>
                    <a:pt x="1692" y="6216"/>
                    <a:pt x="1608" y="6192"/>
                  </a:cubicBezTo>
                  <a:lnTo>
                    <a:pt x="358" y="5811"/>
                  </a:lnTo>
                  <a:lnTo>
                    <a:pt x="358" y="2763"/>
                  </a:lnTo>
                  <a:close/>
                  <a:moveTo>
                    <a:pt x="7145" y="6156"/>
                  </a:moveTo>
                  <a:lnTo>
                    <a:pt x="10205" y="7061"/>
                  </a:lnTo>
                  <a:lnTo>
                    <a:pt x="10205" y="10121"/>
                  </a:lnTo>
                  <a:lnTo>
                    <a:pt x="7145" y="9204"/>
                  </a:lnTo>
                  <a:lnTo>
                    <a:pt x="7145" y="7990"/>
                  </a:lnTo>
                  <a:cubicBezTo>
                    <a:pt x="7145" y="7895"/>
                    <a:pt x="7073" y="7823"/>
                    <a:pt x="6978" y="7823"/>
                  </a:cubicBezTo>
                  <a:cubicBezTo>
                    <a:pt x="6895" y="7823"/>
                    <a:pt x="6811" y="7895"/>
                    <a:pt x="6811" y="7990"/>
                  </a:cubicBezTo>
                  <a:lnTo>
                    <a:pt x="6811" y="9204"/>
                  </a:lnTo>
                  <a:lnTo>
                    <a:pt x="3751" y="10121"/>
                  </a:lnTo>
                  <a:lnTo>
                    <a:pt x="3751" y="7061"/>
                  </a:lnTo>
                  <a:lnTo>
                    <a:pt x="6811" y="6156"/>
                  </a:lnTo>
                  <a:lnTo>
                    <a:pt x="6811" y="7311"/>
                  </a:lnTo>
                  <a:cubicBezTo>
                    <a:pt x="6811" y="7407"/>
                    <a:pt x="6895" y="7478"/>
                    <a:pt x="6978" y="7478"/>
                  </a:cubicBezTo>
                  <a:cubicBezTo>
                    <a:pt x="7073" y="7478"/>
                    <a:pt x="7145" y="7407"/>
                    <a:pt x="7145" y="7311"/>
                  </a:cubicBezTo>
                  <a:lnTo>
                    <a:pt x="7145" y="6156"/>
                  </a:lnTo>
                  <a:close/>
                  <a:moveTo>
                    <a:pt x="6966" y="1"/>
                  </a:moveTo>
                  <a:cubicBezTo>
                    <a:pt x="5823" y="1"/>
                    <a:pt x="4894" y="918"/>
                    <a:pt x="4894" y="2061"/>
                  </a:cubicBezTo>
                  <a:cubicBezTo>
                    <a:pt x="4894" y="2334"/>
                    <a:pt x="4966" y="2632"/>
                    <a:pt x="5085" y="2930"/>
                  </a:cubicBezTo>
                  <a:lnTo>
                    <a:pt x="3573" y="3370"/>
                  </a:lnTo>
                  <a:lnTo>
                    <a:pt x="215" y="2382"/>
                  </a:lnTo>
                  <a:cubicBezTo>
                    <a:pt x="205" y="2375"/>
                    <a:pt x="192" y="2372"/>
                    <a:pt x="179" y="2372"/>
                  </a:cubicBezTo>
                  <a:cubicBezTo>
                    <a:pt x="146" y="2372"/>
                    <a:pt x="106" y="2389"/>
                    <a:pt x="72" y="2406"/>
                  </a:cubicBezTo>
                  <a:cubicBezTo>
                    <a:pt x="25" y="2442"/>
                    <a:pt x="1" y="2477"/>
                    <a:pt x="1" y="2537"/>
                  </a:cubicBezTo>
                  <a:lnTo>
                    <a:pt x="1" y="5954"/>
                  </a:lnTo>
                  <a:lnTo>
                    <a:pt x="1" y="9335"/>
                  </a:lnTo>
                  <a:cubicBezTo>
                    <a:pt x="1" y="9419"/>
                    <a:pt x="37" y="9478"/>
                    <a:pt x="120" y="9502"/>
                  </a:cubicBezTo>
                  <a:lnTo>
                    <a:pt x="3513" y="10514"/>
                  </a:lnTo>
                  <a:lnTo>
                    <a:pt x="3573" y="10514"/>
                  </a:lnTo>
                  <a:lnTo>
                    <a:pt x="6847" y="9550"/>
                  </a:lnTo>
                  <a:cubicBezTo>
                    <a:pt x="6859" y="9562"/>
                    <a:pt x="6883" y="9562"/>
                    <a:pt x="6918" y="9562"/>
                  </a:cubicBezTo>
                  <a:cubicBezTo>
                    <a:pt x="6942" y="9562"/>
                    <a:pt x="6966" y="9562"/>
                    <a:pt x="6990" y="9550"/>
                  </a:cubicBezTo>
                  <a:lnTo>
                    <a:pt x="10264" y="10514"/>
                  </a:lnTo>
                  <a:lnTo>
                    <a:pt x="10312" y="10514"/>
                  </a:lnTo>
                  <a:cubicBezTo>
                    <a:pt x="10335" y="10514"/>
                    <a:pt x="10383" y="10502"/>
                    <a:pt x="10419" y="10490"/>
                  </a:cubicBezTo>
                  <a:cubicBezTo>
                    <a:pt x="10455" y="10454"/>
                    <a:pt x="10490" y="10407"/>
                    <a:pt x="10490" y="10347"/>
                  </a:cubicBezTo>
                  <a:lnTo>
                    <a:pt x="10538" y="6942"/>
                  </a:lnTo>
                  <a:lnTo>
                    <a:pt x="10538" y="3549"/>
                  </a:lnTo>
                  <a:cubicBezTo>
                    <a:pt x="10538" y="3477"/>
                    <a:pt x="10490" y="3418"/>
                    <a:pt x="10419" y="3394"/>
                  </a:cubicBezTo>
                  <a:lnTo>
                    <a:pt x="8835" y="2930"/>
                  </a:lnTo>
                  <a:cubicBezTo>
                    <a:pt x="8954" y="2632"/>
                    <a:pt x="9038" y="2334"/>
                    <a:pt x="9038" y="2061"/>
                  </a:cubicBezTo>
                  <a:cubicBezTo>
                    <a:pt x="9038" y="918"/>
                    <a:pt x="8109" y="1"/>
                    <a:pt x="6966" y="1"/>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84"/>
            <p:cNvSpPr/>
            <p:nvPr/>
          </p:nvSpPr>
          <p:spPr>
            <a:xfrm>
              <a:off x="7806843" y="3074124"/>
              <a:ext cx="134347" cy="123751"/>
            </a:xfrm>
            <a:custGeom>
              <a:rect b="b" l="l" r="r" t="t"/>
              <a:pathLst>
                <a:path extrusionOk="0" h="2347" w="2358">
                  <a:moveTo>
                    <a:pt x="1179" y="322"/>
                  </a:moveTo>
                  <a:cubicBezTo>
                    <a:pt x="1643" y="322"/>
                    <a:pt x="2012" y="691"/>
                    <a:pt x="2012" y="1156"/>
                  </a:cubicBezTo>
                  <a:cubicBezTo>
                    <a:pt x="2012" y="1620"/>
                    <a:pt x="1643" y="1989"/>
                    <a:pt x="1179" y="1989"/>
                  </a:cubicBezTo>
                  <a:cubicBezTo>
                    <a:pt x="715" y="1989"/>
                    <a:pt x="345" y="1620"/>
                    <a:pt x="345" y="1156"/>
                  </a:cubicBezTo>
                  <a:cubicBezTo>
                    <a:pt x="334" y="703"/>
                    <a:pt x="715" y="322"/>
                    <a:pt x="1179" y="322"/>
                  </a:cubicBezTo>
                  <a:close/>
                  <a:moveTo>
                    <a:pt x="1179" y="1"/>
                  </a:moveTo>
                  <a:cubicBezTo>
                    <a:pt x="524" y="1"/>
                    <a:pt x="0" y="513"/>
                    <a:pt x="0" y="1168"/>
                  </a:cubicBezTo>
                  <a:cubicBezTo>
                    <a:pt x="0" y="1811"/>
                    <a:pt x="524" y="2346"/>
                    <a:pt x="1179" y="2346"/>
                  </a:cubicBezTo>
                  <a:cubicBezTo>
                    <a:pt x="1834" y="2346"/>
                    <a:pt x="2358" y="1822"/>
                    <a:pt x="2358" y="1168"/>
                  </a:cubicBezTo>
                  <a:cubicBezTo>
                    <a:pt x="2358" y="513"/>
                    <a:pt x="1834" y="1"/>
                    <a:pt x="1179" y="1"/>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9" name="Google Shape;1299;p84"/>
          <p:cNvSpPr/>
          <p:nvPr/>
        </p:nvSpPr>
        <p:spPr>
          <a:xfrm>
            <a:off x="888413" y="3240038"/>
            <a:ext cx="2222400" cy="6744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84"/>
          <p:cNvSpPr txBox="1"/>
          <p:nvPr>
            <p:ph idx="1" type="subTitle"/>
          </p:nvPr>
        </p:nvSpPr>
        <p:spPr>
          <a:xfrm>
            <a:off x="3900126" y="3282025"/>
            <a:ext cx="2798100" cy="60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600"/>
              <a:t>Accurate, Blacksburg live data used for prediction</a:t>
            </a:r>
            <a:endParaRPr sz="1600"/>
          </a:p>
        </p:txBody>
      </p:sp>
      <p:sp>
        <p:nvSpPr>
          <p:cNvPr id="1301" name="Google Shape;1301;p84"/>
          <p:cNvSpPr txBox="1"/>
          <p:nvPr>
            <p:ph idx="5" type="title"/>
          </p:nvPr>
        </p:nvSpPr>
        <p:spPr>
          <a:xfrm>
            <a:off x="938675" y="3312950"/>
            <a:ext cx="2121900" cy="528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Live Data</a:t>
            </a:r>
            <a:endParaRPr/>
          </a:p>
        </p:txBody>
      </p:sp>
      <p:sp>
        <p:nvSpPr>
          <p:cNvPr id="1302" name="Google Shape;1302;p84"/>
          <p:cNvSpPr/>
          <p:nvPr/>
        </p:nvSpPr>
        <p:spPr>
          <a:xfrm>
            <a:off x="7507088" y="3209125"/>
            <a:ext cx="748500" cy="748500"/>
          </a:xfrm>
          <a:prstGeom prst="roundRect">
            <a:avLst>
              <a:gd fmla="val 16667" name="adj"/>
            </a:avLst>
          </a:prstGeom>
          <a:solidFill>
            <a:schemeClr val="accent2"/>
          </a:solidFill>
          <a:ln>
            <a:noFill/>
          </a:ln>
          <a:effectLst>
            <a:outerShdw blurRad="57150" rotWithShape="0" algn="bl" dir="5400000" dist="28575">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3" name="Google Shape;1303;p84"/>
          <p:cNvCxnSpPr>
            <a:stCxn id="1299" idx="3"/>
            <a:endCxn id="1300" idx="1"/>
          </p:cNvCxnSpPr>
          <p:nvPr/>
        </p:nvCxnSpPr>
        <p:spPr>
          <a:xfrm>
            <a:off x="3110813" y="3577238"/>
            <a:ext cx="789300" cy="6000"/>
          </a:xfrm>
          <a:prstGeom prst="straightConnector1">
            <a:avLst/>
          </a:prstGeom>
          <a:noFill/>
          <a:ln cap="rnd" cmpd="sng" w="9525">
            <a:solidFill>
              <a:schemeClr val="dk1"/>
            </a:solidFill>
            <a:prstDash val="solid"/>
            <a:round/>
            <a:headEnd len="med" w="med" type="none"/>
            <a:tailEnd len="med" w="med" type="none"/>
          </a:ln>
        </p:spPr>
      </p:cxnSp>
      <p:cxnSp>
        <p:nvCxnSpPr>
          <p:cNvPr id="1304" name="Google Shape;1304;p84"/>
          <p:cNvCxnSpPr>
            <a:stCxn id="1300" idx="3"/>
            <a:endCxn id="1302" idx="1"/>
          </p:cNvCxnSpPr>
          <p:nvPr/>
        </p:nvCxnSpPr>
        <p:spPr>
          <a:xfrm>
            <a:off x="6698226" y="3583375"/>
            <a:ext cx="808800" cy="0"/>
          </a:xfrm>
          <a:prstGeom prst="straightConnector1">
            <a:avLst/>
          </a:prstGeom>
          <a:noFill/>
          <a:ln cap="rnd" cmpd="sng" w="9525">
            <a:solidFill>
              <a:schemeClr val="dk1"/>
            </a:solidFill>
            <a:prstDash val="solid"/>
            <a:round/>
            <a:headEnd len="med" w="med" type="none"/>
            <a:tailEnd len="med" w="med" type="none"/>
          </a:ln>
        </p:spPr>
      </p:cxnSp>
      <p:grpSp>
        <p:nvGrpSpPr>
          <p:cNvPr id="1305" name="Google Shape;1305;p84"/>
          <p:cNvGrpSpPr/>
          <p:nvPr/>
        </p:nvGrpSpPr>
        <p:grpSpPr>
          <a:xfrm>
            <a:off x="7621811" y="3333807"/>
            <a:ext cx="519052" cy="486883"/>
            <a:chOff x="852385" y="1510916"/>
            <a:chExt cx="353145" cy="351998"/>
          </a:xfrm>
        </p:grpSpPr>
        <p:sp>
          <p:nvSpPr>
            <p:cNvPr id="1306" name="Google Shape;1306;p84"/>
            <p:cNvSpPr/>
            <p:nvPr/>
          </p:nvSpPr>
          <p:spPr>
            <a:xfrm>
              <a:off x="852385" y="1510916"/>
              <a:ext cx="353145" cy="187785"/>
            </a:xfrm>
            <a:custGeom>
              <a:rect b="b" l="l" r="r" t="t"/>
              <a:pathLst>
                <a:path extrusionOk="0" h="5895" w="11086">
                  <a:moveTo>
                    <a:pt x="6145" y="334"/>
                  </a:moveTo>
                  <a:lnTo>
                    <a:pt x="6145" y="703"/>
                  </a:lnTo>
                  <a:lnTo>
                    <a:pt x="4942" y="703"/>
                  </a:lnTo>
                  <a:lnTo>
                    <a:pt x="4942" y="334"/>
                  </a:lnTo>
                  <a:close/>
                  <a:moveTo>
                    <a:pt x="10764" y="1025"/>
                  </a:moveTo>
                  <a:lnTo>
                    <a:pt x="10764" y="1596"/>
                  </a:lnTo>
                  <a:lnTo>
                    <a:pt x="346" y="1596"/>
                  </a:lnTo>
                  <a:lnTo>
                    <a:pt x="346" y="1025"/>
                  </a:lnTo>
                  <a:close/>
                  <a:moveTo>
                    <a:pt x="4775" y="1"/>
                  </a:moveTo>
                  <a:cubicBezTo>
                    <a:pt x="4692" y="1"/>
                    <a:pt x="4621" y="84"/>
                    <a:pt x="4621" y="167"/>
                  </a:cubicBezTo>
                  <a:lnTo>
                    <a:pt x="4621" y="703"/>
                  </a:lnTo>
                  <a:lnTo>
                    <a:pt x="168" y="703"/>
                  </a:lnTo>
                  <a:cubicBezTo>
                    <a:pt x="72" y="703"/>
                    <a:pt x="1" y="775"/>
                    <a:pt x="1" y="870"/>
                  </a:cubicBezTo>
                  <a:lnTo>
                    <a:pt x="1" y="1751"/>
                  </a:lnTo>
                  <a:cubicBezTo>
                    <a:pt x="1" y="1834"/>
                    <a:pt x="72" y="1906"/>
                    <a:pt x="168" y="1906"/>
                  </a:cubicBezTo>
                  <a:lnTo>
                    <a:pt x="656" y="1906"/>
                  </a:lnTo>
                  <a:lnTo>
                    <a:pt x="656" y="2620"/>
                  </a:lnTo>
                  <a:cubicBezTo>
                    <a:pt x="656" y="2715"/>
                    <a:pt x="727" y="2787"/>
                    <a:pt x="822" y="2787"/>
                  </a:cubicBezTo>
                  <a:cubicBezTo>
                    <a:pt x="906" y="2787"/>
                    <a:pt x="989" y="2715"/>
                    <a:pt x="989" y="2620"/>
                  </a:cubicBezTo>
                  <a:lnTo>
                    <a:pt x="989" y="1906"/>
                  </a:lnTo>
                  <a:lnTo>
                    <a:pt x="10109" y="1906"/>
                  </a:lnTo>
                  <a:lnTo>
                    <a:pt x="10109" y="5740"/>
                  </a:lnTo>
                  <a:cubicBezTo>
                    <a:pt x="10109" y="5823"/>
                    <a:pt x="10181" y="5894"/>
                    <a:pt x="10276" y="5894"/>
                  </a:cubicBezTo>
                  <a:cubicBezTo>
                    <a:pt x="10359" y="5894"/>
                    <a:pt x="10431" y="5823"/>
                    <a:pt x="10431" y="5740"/>
                  </a:cubicBezTo>
                  <a:lnTo>
                    <a:pt x="10431" y="1918"/>
                  </a:lnTo>
                  <a:lnTo>
                    <a:pt x="10931" y="1918"/>
                  </a:lnTo>
                  <a:cubicBezTo>
                    <a:pt x="11014" y="1918"/>
                    <a:pt x="11086" y="1846"/>
                    <a:pt x="11086" y="1763"/>
                  </a:cubicBezTo>
                  <a:lnTo>
                    <a:pt x="11086" y="882"/>
                  </a:lnTo>
                  <a:cubicBezTo>
                    <a:pt x="11086" y="775"/>
                    <a:pt x="11014" y="703"/>
                    <a:pt x="10931" y="703"/>
                  </a:cubicBezTo>
                  <a:lnTo>
                    <a:pt x="6478" y="703"/>
                  </a:lnTo>
                  <a:lnTo>
                    <a:pt x="6478" y="167"/>
                  </a:lnTo>
                  <a:cubicBezTo>
                    <a:pt x="6478" y="84"/>
                    <a:pt x="6406" y="1"/>
                    <a:pt x="6311" y="1"/>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84"/>
            <p:cNvSpPr/>
            <p:nvPr/>
          </p:nvSpPr>
          <p:spPr>
            <a:xfrm>
              <a:off x="852385" y="1609921"/>
              <a:ext cx="353145" cy="252992"/>
            </a:xfrm>
            <a:custGeom>
              <a:rect b="b" l="l" r="r" t="t"/>
              <a:pathLst>
                <a:path extrusionOk="0" h="7942" w="11086">
                  <a:moveTo>
                    <a:pt x="10764" y="4382"/>
                  </a:moveTo>
                  <a:lnTo>
                    <a:pt x="10764" y="4953"/>
                  </a:lnTo>
                  <a:lnTo>
                    <a:pt x="346" y="4953"/>
                  </a:lnTo>
                  <a:lnTo>
                    <a:pt x="346" y="4382"/>
                  </a:lnTo>
                  <a:close/>
                  <a:moveTo>
                    <a:pt x="6406" y="5275"/>
                  </a:moveTo>
                  <a:lnTo>
                    <a:pt x="6895" y="6168"/>
                  </a:lnTo>
                  <a:lnTo>
                    <a:pt x="4228" y="6168"/>
                  </a:lnTo>
                  <a:lnTo>
                    <a:pt x="4716" y="5275"/>
                  </a:lnTo>
                  <a:close/>
                  <a:moveTo>
                    <a:pt x="4335" y="5275"/>
                  </a:moveTo>
                  <a:lnTo>
                    <a:pt x="3049" y="7608"/>
                  </a:lnTo>
                  <a:lnTo>
                    <a:pt x="2573" y="7608"/>
                  </a:lnTo>
                  <a:lnTo>
                    <a:pt x="3859" y="5275"/>
                  </a:lnTo>
                  <a:close/>
                  <a:moveTo>
                    <a:pt x="7240" y="5275"/>
                  </a:moveTo>
                  <a:lnTo>
                    <a:pt x="8514" y="7608"/>
                  </a:lnTo>
                  <a:lnTo>
                    <a:pt x="8038" y="7608"/>
                  </a:lnTo>
                  <a:lnTo>
                    <a:pt x="6764" y="5275"/>
                  </a:lnTo>
                  <a:close/>
                  <a:moveTo>
                    <a:pt x="822" y="0"/>
                  </a:moveTo>
                  <a:cubicBezTo>
                    <a:pt x="727" y="0"/>
                    <a:pt x="656" y="84"/>
                    <a:pt x="656" y="167"/>
                  </a:cubicBezTo>
                  <a:lnTo>
                    <a:pt x="656" y="4072"/>
                  </a:lnTo>
                  <a:lnTo>
                    <a:pt x="168" y="4072"/>
                  </a:lnTo>
                  <a:cubicBezTo>
                    <a:pt x="72" y="4072"/>
                    <a:pt x="1" y="4144"/>
                    <a:pt x="1" y="4239"/>
                  </a:cubicBezTo>
                  <a:lnTo>
                    <a:pt x="1" y="5108"/>
                  </a:lnTo>
                  <a:cubicBezTo>
                    <a:pt x="1" y="5203"/>
                    <a:pt x="72" y="5275"/>
                    <a:pt x="168" y="5275"/>
                  </a:cubicBezTo>
                  <a:lnTo>
                    <a:pt x="3489" y="5275"/>
                  </a:lnTo>
                  <a:lnTo>
                    <a:pt x="2144" y="7704"/>
                  </a:lnTo>
                  <a:cubicBezTo>
                    <a:pt x="2120" y="7751"/>
                    <a:pt x="2120" y="7811"/>
                    <a:pt x="2144" y="7870"/>
                  </a:cubicBezTo>
                  <a:cubicBezTo>
                    <a:pt x="2180" y="7906"/>
                    <a:pt x="2239" y="7942"/>
                    <a:pt x="2275" y="7942"/>
                  </a:cubicBezTo>
                  <a:lnTo>
                    <a:pt x="3132" y="7942"/>
                  </a:lnTo>
                  <a:cubicBezTo>
                    <a:pt x="3192" y="7942"/>
                    <a:pt x="3251" y="7906"/>
                    <a:pt x="3275" y="7846"/>
                  </a:cubicBezTo>
                  <a:lnTo>
                    <a:pt x="3644" y="7168"/>
                  </a:lnTo>
                  <a:lnTo>
                    <a:pt x="4644" y="7168"/>
                  </a:lnTo>
                  <a:cubicBezTo>
                    <a:pt x="4728" y="7168"/>
                    <a:pt x="4811" y="7096"/>
                    <a:pt x="4811" y="7001"/>
                  </a:cubicBezTo>
                  <a:cubicBezTo>
                    <a:pt x="4811" y="6906"/>
                    <a:pt x="4728" y="6834"/>
                    <a:pt x="4644" y="6834"/>
                  </a:cubicBezTo>
                  <a:lnTo>
                    <a:pt x="3823" y="6834"/>
                  </a:lnTo>
                  <a:lnTo>
                    <a:pt x="4037" y="6465"/>
                  </a:lnTo>
                  <a:lnTo>
                    <a:pt x="7061" y="6465"/>
                  </a:lnTo>
                  <a:lnTo>
                    <a:pt x="7252" y="6834"/>
                  </a:lnTo>
                  <a:lnTo>
                    <a:pt x="5299" y="6834"/>
                  </a:lnTo>
                  <a:cubicBezTo>
                    <a:pt x="5216" y="6834"/>
                    <a:pt x="5133" y="6906"/>
                    <a:pt x="5133" y="7001"/>
                  </a:cubicBezTo>
                  <a:cubicBezTo>
                    <a:pt x="5133" y="7096"/>
                    <a:pt x="5216" y="7168"/>
                    <a:pt x="5299" y="7168"/>
                  </a:cubicBezTo>
                  <a:lnTo>
                    <a:pt x="7430" y="7168"/>
                  </a:lnTo>
                  <a:lnTo>
                    <a:pt x="7800" y="7846"/>
                  </a:lnTo>
                  <a:cubicBezTo>
                    <a:pt x="7835" y="7894"/>
                    <a:pt x="7895" y="7942"/>
                    <a:pt x="7954" y="7942"/>
                  </a:cubicBezTo>
                  <a:lnTo>
                    <a:pt x="8800" y="7942"/>
                  </a:lnTo>
                  <a:cubicBezTo>
                    <a:pt x="8859" y="7942"/>
                    <a:pt x="8907" y="7906"/>
                    <a:pt x="8931" y="7870"/>
                  </a:cubicBezTo>
                  <a:cubicBezTo>
                    <a:pt x="8966" y="7823"/>
                    <a:pt x="8966" y="7763"/>
                    <a:pt x="8931" y="7704"/>
                  </a:cubicBezTo>
                  <a:lnTo>
                    <a:pt x="7597" y="5275"/>
                  </a:lnTo>
                  <a:lnTo>
                    <a:pt x="10931" y="5275"/>
                  </a:lnTo>
                  <a:cubicBezTo>
                    <a:pt x="11014" y="5275"/>
                    <a:pt x="11086" y="5203"/>
                    <a:pt x="11086" y="5108"/>
                  </a:cubicBezTo>
                  <a:lnTo>
                    <a:pt x="11086" y="4239"/>
                  </a:lnTo>
                  <a:cubicBezTo>
                    <a:pt x="11086" y="4144"/>
                    <a:pt x="11014" y="4072"/>
                    <a:pt x="10931" y="4072"/>
                  </a:cubicBezTo>
                  <a:lnTo>
                    <a:pt x="10431" y="4072"/>
                  </a:lnTo>
                  <a:lnTo>
                    <a:pt x="10431" y="3263"/>
                  </a:lnTo>
                  <a:cubicBezTo>
                    <a:pt x="10431" y="3179"/>
                    <a:pt x="10359" y="3108"/>
                    <a:pt x="10276" y="3108"/>
                  </a:cubicBezTo>
                  <a:cubicBezTo>
                    <a:pt x="10181" y="3108"/>
                    <a:pt x="10109" y="3179"/>
                    <a:pt x="10109" y="3263"/>
                  </a:cubicBezTo>
                  <a:lnTo>
                    <a:pt x="10109" y="4072"/>
                  </a:lnTo>
                  <a:lnTo>
                    <a:pt x="989" y="4072"/>
                  </a:lnTo>
                  <a:lnTo>
                    <a:pt x="989" y="167"/>
                  </a:lnTo>
                  <a:cubicBezTo>
                    <a:pt x="989" y="84"/>
                    <a:pt x="906" y="0"/>
                    <a:pt x="822" y="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84"/>
            <p:cNvSpPr/>
            <p:nvPr/>
          </p:nvSpPr>
          <p:spPr>
            <a:xfrm>
              <a:off x="928264" y="1584501"/>
              <a:ext cx="198775" cy="140735"/>
            </a:xfrm>
            <a:custGeom>
              <a:rect b="b" l="l" r="r" t="t"/>
              <a:pathLst>
                <a:path extrusionOk="0" h="4418" w="6240">
                  <a:moveTo>
                    <a:pt x="5608" y="322"/>
                  </a:moveTo>
                  <a:cubicBezTo>
                    <a:pt x="5787" y="322"/>
                    <a:pt x="5929" y="465"/>
                    <a:pt x="5929" y="643"/>
                  </a:cubicBezTo>
                  <a:cubicBezTo>
                    <a:pt x="5929" y="798"/>
                    <a:pt x="5775" y="953"/>
                    <a:pt x="5608" y="953"/>
                  </a:cubicBezTo>
                  <a:cubicBezTo>
                    <a:pt x="5453" y="953"/>
                    <a:pt x="5298" y="822"/>
                    <a:pt x="5298" y="643"/>
                  </a:cubicBezTo>
                  <a:cubicBezTo>
                    <a:pt x="5298" y="477"/>
                    <a:pt x="5429" y="322"/>
                    <a:pt x="5608" y="322"/>
                  </a:cubicBezTo>
                  <a:close/>
                  <a:moveTo>
                    <a:pt x="2131" y="1334"/>
                  </a:moveTo>
                  <a:cubicBezTo>
                    <a:pt x="2310" y="1334"/>
                    <a:pt x="2441" y="1477"/>
                    <a:pt x="2441" y="1656"/>
                  </a:cubicBezTo>
                  <a:cubicBezTo>
                    <a:pt x="2441" y="1834"/>
                    <a:pt x="2310" y="1965"/>
                    <a:pt x="2131" y="1965"/>
                  </a:cubicBezTo>
                  <a:cubicBezTo>
                    <a:pt x="1965" y="1965"/>
                    <a:pt x="1822" y="1834"/>
                    <a:pt x="1822" y="1656"/>
                  </a:cubicBezTo>
                  <a:cubicBezTo>
                    <a:pt x="1822" y="1489"/>
                    <a:pt x="1953" y="1334"/>
                    <a:pt x="2131" y="1334"/>
                  </a:cubicBezTo>
                  <a:close/>
                  <a:moveTo>
                    <a:pt x="4036" y="2429"/>
                  </a:moveTo>
                  <a:cubicBezTo>
                    <a:pt x="4215" y="2429"/>
                    <a:pt x="4346" y="2560"/>
                    <a:pt x="4346" y="2739"/>
                  </a:cubicBezTo>
                  <a:cubicBezTo>
                    <a:pt x="4346" y="2918"/>
                    <a:pt x="4203" y="3049"/>
                    <a:pt x="4036" y="3049"/>
                  </a:cubicBezTo>
                  <a:cubicBezTo>
                    <a:pt x="3870" y="3049"/>
                    <a:pt x="3727" y="2918"/>
                    <a:pt x="3727" y="2739"/>
                  </a:cubicBezTo>
                  <a:cubicBezTo>
                    <a:pt x="3727" y="2572"/>
                    <a:pt x="3858" y="2429"/>
                    <a:pt x="4036" y="2429"/>
                  </a:cubicBezTo>
                  <a:close/>
                  <a:moveTo>
                    <a:pt x="595" y="3501"/>
                  </a:moveTo>
                  <a:cubicBezTo>
                    <a:pt x="774" y="3501"/>
                    <a:pt x="905" y="3632"/>
                    <a:pt x="905" y="3811"/>
                  </a:cubicBezTo>
                  <a:cubicBezTo>
                    <a:pt x="905" y="3989"/>
                    <a:pt x="762" y="4120"/>
                    <a:pt x="595" y="4120"/>
                  </a:cubicBezTo>
                  <a:cubicBezTo>
                    <a:pt x="429" y="4120"/>
                    <a:pt x="286" y="3989"/>
                    <a:pt x="286" y="3811"/>
                  </a:cubicBezTo>
                  <a:cubicBezTo>
                    <a:pt x="286" y="3644"/>
                    <a:pt x="417" y="3501"/>
                    <a:pt x="595" y="3501"/>
                  </a:cubicBezTo>
                  <a:close/>
                  <a:moveTo>
                    <a:pt x="5608" y="1"/>
                  </a:moveTo>
                  <a:cubicBezTo>
                    <a:pt x="5275" y="1"/>
                    <a:pt x="4989" y="286"/>
                    <a:pt x="4989" y="632"/>
                  </a:cubicBezTo>
                  <a:cubicBezTo>
                    <a:pt x="4989" y="786"/>
                    <a:pt x="5048" y="941"/>
                    <a:pt x="5156" y="1048"/>
                  </a:cubicBezTo>
                  <a:lnTo>
                    <a:pt x="4239" y="2132"/>
                  </a:lnTo>
                  <a:cubicBezTo>
                    <a:pt x="4179" y="2120"/>
                    <a:pt x="4108" y="2096"/>
                    <a:pt x="4048" y="2096"/>
                  </a:cubicBezTo>
                  <a:cubicBezTo>
                    <a:pt x="3858" y="2096"/>
                    <a:pt x="3679" y="2191"/>
                    <a:pt x="3560" y="2334"/>
                  </a:cubicBezTo>
                  <a:lnTo>
                    <a:pt x="2739" y="1882"/>
                  </a:lnTo>
                  <a:cubicBezTo>
                    <a:pt x="2774" y="1798"/>
                    <a:pt x="2786" y="1727"/>
                    <a:pt x="2786" y="1656"/>
                  </a:cubicBezTo>
                  <a:cubicBezTo>
                    <a:pt x="2786" y="1310"/>
                    <a:pt x="2500" y="1024"/>
                    <a:pt x="2155" y="1024"/>
                  </a:cubicBezTo>
                  <a:cubicBezTo>
                    <a:pt x="1822" y="1024"/>
                    <a:pt x="1536" y="1310"/>
                    <a:pt x="1536" y="1656"/>
                  </a:cubicBezTo>
                  <a:cubicBezTo>
                    <a:pt x="1536" y="1822"/>
                    <a:pt x="1596" y="1953"/>
                    <a:pt x="1703" y="2072"/>
                  </a:cubicBezTo>
                  <a:lnTo>
                    <a:pt x="834" y="3203"/>
                  </a:lnTo>
                  <a:cubicBezTo>
                    <a:pt x="774" y="3191"/>
                    <a:pt x="703" y="3168"/>
                    <a:pt x="631" y="3168"/>
                  </a:cubicBezTo>
                  <a:cubicBezTo>
                    <a:pt x="286" y="3168"/>
                    <a:pt x="0" y="3453"/>
                    <a:pt x="0" y="3799"/>
                  </a:cubicBezTo>
                  <a:cubicBezTo>
                    <a:pt x="0" y="4144"/>
                    <a:pt x="286" y="4418"/>
                    <a:pt x="631" y="4418"/>
                  </a:cubicBezTo>
                  <a:cubicBezTo>
                    <a:pt x="965" y="4418"/>
                    <a:pt x="1250" y="4144"/>
                    <a:pt x="1250" y="3799"/>
                  </a:cubicBezTo>
                  <a:cubicBezTo>
                    <a:pt x="1250" y="3632"/>
                    <a:pt x="1191" y="3501"/>
                    <a:pt x="1084" y="3382"/>
                  </a:cubicBezTo>
                  <a:lnTo>
                    <a:pt x="1953" y="2251"/>
                  </a:lnTo>
                  <a:cubicBezTo>
                    <a:pt x="2012" y="2263"/>
                    <a:pt x="2084" y="2275"/>
                    <a:pt x="2155" y="2275"/>
                  </a:cubicBezTo>
                  <a:cubicBezTo>
                    <a:pt x="2310" y="2275"/>
                    <a:pt x="2441" y="2215"/>
                    <a:pt x="2560" y="2144"/>
                  </a:cubicBezTo>
                  <a:lnTo>
                    <a:pt x="3441" y="2632"/>
                  </a:lnTo>
                  <a:cubicBezTo>
                    <a:pt x="3441" y="2668"/>
                    <a:pt x="3429" y="2691"/>
                    <a:pt x="3429" y="2739"/>
                  </a:cubicBezTo>
                  <a:cubicBezTo>
                    <a:pt x="3429" y="3084"/>
                    <a:pt x="3703" y="3370"/>
                    <a:pt x="4048" y="3370"/>
                  </a:cubicBezTo>
                  <a:cubicBezTo>
                    <a:pt x="4394" y="3370"/>
                    <a:pt x="4679" y="3084"/>
                    <a:pt x="4679" y="2739"/>
                  </a:cubicBezTo>
                  <a:cubicBezTo>
                    <a:pt x="4679" y="2572"/>
                    <a:pt x="4620" y="2429"/>
                    <a:pt x="4513" y="2322"/>
                  </a:cubicBezTo>
                  <a:lnTo>
                    <a:pt x="5418" y="1239"/>
                  </a:lnTo>
                  <a:cubicBezTo>
                    <a:pt x="5477" y="1251"/>
                    <a:pt x="5548" y="1263"/>
                    <a:pt x="5608" y="1263"/>
                  </a:cubicBezTo>
                  <a:cubicBezTo>
                    <a:pt x="5953" y="1263"/>
                    <a:pt x="6239" y="989"/>
                    <a:pt x="6239" y="643"/>
                  </a:cubicBezTo>
                  <a:cubicBezTo>
                    <a:pt x="6239" y="286"/>
                    <a:pt x="5953" y="1"/>
                    <a:pt x="5608" y="1"/>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85"/>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85"/>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Acknowledgements</a:t>
            </a:r>
            <a:endParaRPr/>
          </a:p>
        </p:txBody>
      </p:sp>
      <p:sp>
        <p:nvSpPr>
          <p:cNvPr id="1315" name="Google Shape;1315;p85"/>
          <p:cNvSpPr txBox="1"/>
          <p:nvPr/>
        </p:nvSpPr>
        <p:spPr>
          <a:xfrm>
            <a:off x="581975" y="1242625"/>
            <a:ext cx="4773900" cy="2055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Client</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Mohamed Farag</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mmagdy@vt.edu</a:t>
            </a:r>
            <a:endParaRPr sz="1800">
              <a:solidFill>
                <a:schemeClr val="hlink"/>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Instructor </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Dr. Farag</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mmagdy@vt.edu</a:t>
            </a:r>
            <a:endParaRPr/>
          </a:p>
        </p:txBody>
      </p:sp>
      <p:pic>
        <p:nvPicPr>
          <p:cNvPr id="1316" name="Google Shape;1316;p85"/>
          <p:cNvPicPr preferRelativeResize="0"/>
          <p:nvPr/>
        </p:nvPicPr>
        <p:blipFill>
          <a:blip r:embed="rId3">
            <a:alphaModFix/>
          </a:blip>
          <a:stretch>
            <a:fillRect/>
          </a:stretch>
        </p:blipFill>
        <p:spPr>
          <a:xfrm>
            <a:off x="5447700" y="1033600"/>
            <a:ext cx="2853825" cy="3805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1322" name="Google Shape;1322;p8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James Jang, Nam Tran, Drew Loomis, Avi Mehta, Bowen Lin. (April 2023). </a:t>
            </a:r>
            <a:r>
              <a:rPr i="1" lang="en">
                <a:solidFill>
                  <a:schemeClr val="dk1"/>
                </a:solidFill>
                <a:latin typeface="Times New Roman"/>
                <a:ea typeface="Times New Roman"/>
                <a:cs typeface="Times New Roman"/>
                <a:sym typeface="Times New Roman"/>
              </a:rPr>
              <a:t>Smart Parking Recommender Mobile Application.</a:t>
            </a:r>
            <a:r>
              <a:rPr lang="en">
                <a:solidFill>
                  <a:schemeClr val="dk1"/>
                </a:solidFill>
                <a:latin typeface="Times New Roman"/>
                <a:ea typeface="Times New Roman"/>
                <a:cs typeface="Times New Roman"/>
                <a:sym typeface="Times New Roman"/>
              </a:rPr>
              <a:t> Report. Retrieved from</a:t>
            </a:r>
            <a:r>
              <a:rPr lang="en">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 u="sng">
                <a:solidFill>
                  <a:schemeClr val="hlink"/>
                </a:solidFill>
                <a:latin typeface="Times New Roman"/>
                <a:ea typeface="Times New Roman"/>
                <a:cs typeface="Times New Roman"/>
                <a:sym typeface="Times New Roman"/>
                <a:hlinkClick r:id="rId4"/>
              </a:rPr>
              <a:t>Virginia Tech VTechWorks</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https://vtechworks.lib.vt.edu/items/3ad329e0-be66-4b62-b1d0-29646f88ba1f</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Mohamed Farag, Josh Marcelin, Adi Hanumaiah, Antonio Lau, Kevin He, Eugene Kwon. (November 2023). </a:t>
            </a:r>
            <a:r>
              <a:rPr i="1" lang="en">
                <a:solidFill>
                  <a:schemeClr val="dk1"/>
                </a:solidFill>
                <a:latin typeface="Times New Roman"/>
                <a:ea typeface="Times New Roman"/>
                <a:cs typeface="Times New Roman"/>
                <a:sym typeface="Times New Roman"/>
              </a:rPr>
              <a:t>Parking Spaces Occupancy Prediction.</a:t>
            </a:r>
            <a:r>
              <a:rPr lang="en">
                <a:solidFill>
                  <a:schemeClr val="dk1"/>
                </a:solidFill>
                <a:latin typeface="Times New Roman"/>
                <a:ea typeface="Times New Roman"/>
                <a:cs typeface="Times New Roman"/>
                <a:sym typeface="Times New Roman"/>
              </a:rPr>
              <a:t> Report. Retrieved from</a:t>
            </a:r>
            <a:r>
              <a:rPr lang="en">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 </a:t>
            </a:r>
            <a:r>
              <a:rPr lang="en" u="sng">
                <a:solidFill>
                  <a:schemeClr val="hlink"/>
                </a:solidFill>
                <a:latin typeface="Times New Roman"/>
                <a:ea typeface="Times New Roman"/>
                <a:cs typeface="Times New Roman"/>
                <a:sym typeface="Times New Roman"/>
                <a:hlinkClick r:id="rId7"/>
              </a:rPr>
              <a:t>Virginia Tech VTechWorks</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https://vtechworks.lib.vt.edu/items/d313d723-23ad-441d-9662-3bcc8cbed52c</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Mohamed Farag, Amr Hilal, Samy El-Tawab. </a:t>
            </a:r>
            <a:r>
              <a:rPr i="1" lang="en">
                <a:solidFill>
                  <a:schemeClr val="dk1"/>
                </a:solidFill>
                <a:latin typeface="Times New Roman"/>
                <a:ea typeface="Times New Roman"/>
                <a:cs typeface="Times New Roman"/>
                <a:sym typeface="Times New Roman"/>
              </a:rPr>
              <a:t>Parking Occupancy Prediction and Traffic Assignment in a University Environment.</a:t>
            </a:r>
            <a:r>
              <a:rPr lang="en">
                <a:solidFill>
                  <a:schemeClr val="dk1"/>
                </a:solidFill>
                <a:latin typeface="Times New Roman"/>
                <a:ea typeface="Times New Roman"/>
                <a:cs typeface="Times New Roman"/>
                <a:sym typeface="Times New Roman"/>
              </a:rPr>
              <a:t> Report. Retrieved from professor.</a:t>
            </a:r>
            <a:endParaRPr sz="18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87"/>
          <p:cNvSpPr/>
          <p:nvPr/>
        </p:nvSpPr>
        <p:spPr>
          <a:xfrm>
            <a:off x="1694400" y="2195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87"/>
          <p:cNvSpPr txBox="1"/>
          <p:nvPr>
            <p:ph type="title"/>
          </p:nvPr>
        </p:nvSpPr>
        <p:spPr>
          <a:xfrm rot="-739">
            <a:off x="1742075" y="2195612"/>
            <a:ext cx="5581200" cy="63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Final Demo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